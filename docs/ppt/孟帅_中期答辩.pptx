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4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5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6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7.xml" ContentType="application/vnd.openxmlformats-officedocument.presentationml.notesSlide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notesSlides/notesSlide8.xml" ContentType="application/vnd.openxmlformats-officedocument.presentationml.notesSlide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notesSlides/notesSlide9.xml" ContentType="application/vnd.openxmlformats-officedocument.presentationml.notesSlide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notesSlides/notesSlide10.xml" ContentType="application/vnd.openxmlformats-officedocument.presentationml.notesSlide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notesSlides/notesSlide11.xml" ContentType="application/vnd.openxmlformats-officedocument.presentationml.notesSlide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notesSlides/notesSlide12.xml" ContentType="application/vnd.openxmlformats-officedocument.presentationml.notesSlide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notesSlides/notesSlide13.xml" ContentType="application/vnd.openxmlformats-officedocument.presentationml.notesSlide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notesSlides/notesSlide14.xml" ContentType="application/vnd.openxmlformats-officedocument.presentationml.notesSlide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notesSlides/notesSlide15.xml" ContentType="application/vnd.openxmlformats-officedocument.presentationml.notesSlide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notesSlides/notesSlide16.xml" ContentType="application/vnd.openxmlformats-officedocument.presentationml.notesSlide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notesSlides/notesSlide17.xml" ContentType="application/vnd.openxmlformats-officedocument.presentationml.notesSlide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notesSlides/notesSlide18.xml" ContentType="application/vnd.openxmlformats-officedocument.presentationml.notesSlide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notesSlides/notesSlide19.xml" ContentType="application/vnd.openxmlformats-officedocument.presentationml.notesSlide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1"/>
  </p:notesMasterIdLst>
  <p:sldIdLst>
    <p:sldId id="302" r:id="rId2"/>
    <p:sldId id="303" r:id="rId3"/>
    <p:sldId id="265" r:id="rId4"/>
    <p:sldId id="309" r:id="rId5"/>
    <p:sldId id="268" r:id="rId6"/>
    <p:sldId id="271" r:id="rId7"/>
    <p:sldId id="274" r:id="rId8"/>
    <p:sldId id="277" r:id="rId9"/>
    <p:sldId id="280" r:id="rId10"/>
    <p:sldId id="283" r:id="rId11"/>
    <p:sldId id="286" r:id="rId12"/>
    <p:sldId id="304" r:id="rId13"/>
    <p:sldId id="305" r:id="rId14"/>
    <p:sldId id="306" r:id="rId15"/>
    <p:sldId id="259" r:id="rId16"/>
    <p:sldId id="262" r:id="rId17"/>
    <p:sldId id="310" r:id="rId18"/>
    <p:sldId id="298" r:id="rId19"/>
    <p:sldId id="301" r:id="rId20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158" d="100"/>
          <a:sy n="158" d="100"/>
        </p:scale>
        <p:origin x="144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heme" Target="../theme/theme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slide" Target="../slides/slide3.xml"/><Relationship Id="rId4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slide" Target="../slides/slide4.xml"/><Relationship Id="rId4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slide" Target="../slides/slide5.xml"/><Relationship Id="rId4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5" Type="http://schemas.openxmlformats.org/officeDocument/2006/relationships/slide" Target="../slides/slide6.xml"/><Relationship Id="rId4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5" Type="http://schemas.openxmlformats.org/officeDocument/2006/relationships/slide" Target="../slides/slide7.xml"/><Relationship Id="rId4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5" Type="http://schemas.openxmlformats.org/officeDocument/2006/relationships/slide" Target="../slides/slide8.xml"/><Relationship Id="rId4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tags" Target="../tags/tag228.xml"/><Relationship Id="rId5" Type="http://schemas.openxmlformats.org/officeDocument/2006/relationships/slide" Target="../slides/slide9.xml"/><Relationship Id="rId4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5" Type="http://schemas.openxmlformats.org/officeDocument/2006/relationships/slide" Target="../slides/slide10.xml"/><Relationship Id="rId4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98.xml"/><Relationship Id="rId2" Type="http://schemas.openxmlformats.org/officeDocument/2006/relationships/tags" Target="../tags/tag297.xml"/><Relationship Id="rId1" Type="http://schemas.openxmlformats.org/officeDocument/2006/relationships/tags" Target="../tags/tag296.xml"/><Relationship Id="rId5" Type="http://schemas.openxmlformats.org/officeDocument/2006/relationships/slide" Target="../slides/slide11.xml"/><Relationship Id="rId4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04.xml"/><Relationship Id="rId2" Type="http://schemas.openxmlformats.org/officeDocument/2006/relationships/tags" Target="../tags/tag303.xml"/><Relationship Id="rId1" Type="http://schemas.openxmlformats.org/officeDocument/2006/relationships/tags" Target="../tags/tag302.xml"/><Relationship Id="rId5" Type="http://schemas.openxmlformats.org/officeDocument/2006/relationships/slide" Target="../slides/slide12.xml"/><Relationship Id="rId4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10.xml"/><Relationship Id="rId2" Type="http://schemas.openxmlformats.org/officeDocument/2006/relationships/tags" Target="../tags/tag309.xml"/><Relationship Id="rId1" Type="http://schemas.openxmlformats.org/officeDocument/2006/relationships/tags" Target="../tags/tag308.xml"/><Relationship Id="rId5" Type="http://schemas.openxmlformats.org/officeDocument/2006/relationships/slide" Target="../slides/slide13.xml"/><Relationship Id="rId4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tags" Target="../tags/tag314.xml"/><Relationship Id="rId5" Type="http://schemas.openxmlformats.org/officeDocument/2006/relationships/slide" Target="../slides/slide14.xml"/><Relationship Id="rId4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53.xml"/><Relationship Id="rId2" Type="http://schemas.openxmlformats.org/officeDocument/2006/relationships/tags" Target="../tags/tag352.xml"/><Relationship Id="rId1" Type="http://schemas.openxmlformats.org/officeDocument/2006/relationships/tags" Target="../tags/tag351.xml"/><Relationship Id="rId5" Type="http://schemas.openxmlformats.org/officeDocument/2006/relationships/slide" Target="../slides/slide15.xml"/><Relationship Id="rId4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383.xml"/><Relationship Id="rId2" Type="http://schemas.openxmlformats.org/officeDocument/2006/relationships/tags" Target="../tags/tag382.xml"/><Relationship Id="rId1" Type="http://schemas.openxmlformats.org/officeDocument/2006/relationships/tags" Target="../tags/tag381.xml"/><Relationship Id="rId5" Type="http://schemas.openxmlformats.org/officeDocument/2006/relationships/slide" Target="../slides/slide16.xml"/><Relationship Id="rId4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390.xml"/><Relationship Id="rId2" Type="http://schemas.openxmlformats.org/officeDocument/2006/relationships/tags" Target="../tags/tag389.xml"/><Relationship Id="rId1" Type="http://schemas.openxmlformats.org/officeDocument/2006/relationships/tags" Target="../tags/tag388.xml"/><Relationship Id="rId5" Type="http://schemas.openxmlformats.org/officeDocument/2006/relationships/slide" Target="../slides/slide17.xml"/><Relationship Id="rId4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tags" Target="../tags/tag415.xml"/><Relationship Id="rId5" Type="http://schemas.openxmlformats.org/officeDocument/2006/relationships/slide" Target="../slides/slide18.xml"/><Relationship Id="rId4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428.xml"/><Relationship Id="rId2" Type="http://schemas.openxmlformats.org/officeDocument/2006/relationships/tags" Target="../tags/tag427.xml"/><Relationship Id="rId1" Type="http://schemas.openxmlformats.org/officeDocument/2006/relationships/tags" Target="../tags/tag426.xml"/><Relationship Id="rId5" Type="http://schemas.openxmlformats.org/officeDocument/2006/relationships/slide" Target="../slides/slide19.xml"/><Relationship Id="rId4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0BA84-9EAD-7ED7-2EF3-02CEFDDF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AB8A2-9C65-F223-C3AF-48A4A95F70E0}"/>
              </a:ext>
            </a:extLst>
          </p:cNvPr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8A2B6-A9DA-D027-0B6D-9AAE2986A34F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CA9F8-2CD4-2F5C-9C9E-B2D19183BCF9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67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A5150-1568-8D2F-3CF6-E4E1C1678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B5BD7-BB50-B5B7-142D-8BBBFB783969}"/>
              </a:ext>
            </a:extLst>
          </p:cNvPr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01454-E3F7-4CE4-E590-1BB3ACBABADA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D9B80-C267-A218-1041-73620C8C92F8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700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DB76B-BDD2-AC3A-B535-2CA0DEFC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B2FDB-77B3-BD80-677F-B42F02C2357D}"/>
              </a:ext>
            </a:extLst>
          </p:cNvPr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79515-3D8C-74DF-E98F-8963D0532254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2C4E4-ABDF-8CF0-3F48-B39EF5823FE3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381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26" Type="http://schemas.openxmlformats.org/officeDocument/2006/relationships/image" Target="../media/image12.png"/><Relationship Id="rId3" Type="http://schemas.openxmlformats.org/officeDocument/2006/relationships/tags" Target="../tags/tag10.xml"/><Relationship Id="rId21" Type="http://schemas.openxmlformats.org/officeDocument/2006/relationships/tags" Target="../tags/tag28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5" Type="http://schemas.openxmlformats.org/officeDocument/2006/relationships/image" Target="../media/image11.png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tags" Target="../tags/tag27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24" Type="http://schemas.openxmlformats.org/officeDocument/2006/relationships/image" Target="../media/image10.png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notesSlide" Target="../notesSlides/notesSlide3.xml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slideLayout" Target="../slideLayouts/slideLayout1.xml"/><Relationship Id="rId27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tags" Target="../tags/tag57.xml"/><Relationship Id="rId21" Type="http://schemas.openxmlformats.org/officeDocument/2006/relationships/tags" Target="../tags/tag52.xml"/><Relationship Id="rId42" Type="http://schemas.openxmlformats.org/officeDocument/2006/relationships/image" Target="../media/image11.png"/><Relationship Id="rId47" Type="http://schemas.openxmlformats.org/officeDocument/2006/relationships/image" Target="../media/image18.png"/><Relationship Id="rId63" Type="http://schemas.openxmlformats.org/officeDocument/2006/relationships/image" Target="../media/image34.png"/><Relationship Id="rId68" Type="http://schemas.openxmlformats.org/officeDocument/2006/relationships/image" Target="../media/image39.png"/><Relationship Id="rId7" Type="http://schemas.openxmlformats.org/officeDocument/2006/relationships/tags" Target="../tags/tag38.xml"/><Relationship Id="rId71" Type="http://schemas.openxmlformats.org/officeDocument/2006/relationships/image" Target="../media/image42.svg"/><Relationship Id="rId2" Type="http://schemas.openxmlformats.org/officeDocument/2006/relationships/tags" Target="../tags/tag33.xml"/><Relationship Id="rId16" Type="http://schemas.openxmlformats.org/officeDocument/2006/relationships/tags" Target="../tags/tag47.xml"/><Relationship Id="rId29" Type="http://schemas.openxmlformats.org/officeDocument/2006/relationships/tags" Target="../tags/tag60.xml"/><Relationship Id="rId11" Type="http://schemas.openxmlformats.org/officeDocument/2006/relationships/tags" Target="../tags/tag42.xml"/><Relationship Id="rId24" Type="http://schemas.openxmlformats.org/officeDocument/2006/relationships/tags" Target="../tags/tag55.xml"/><Relationship Id="rId32" Type="http://schemas.openxmlformats.org/officeDocument/2006/relationships/tags" Target="../tags/tag63.xml"/><Relationship Id="rId37" Type="http://schemas.openxmlformats.org/officeDocument/2006/relationships/tags" Target="../tags/tag68.xml"/><Relationship Id="rId40" Type="http://schemas.openxmlformats.org/officeDocument/2006/relationships/slideLayout" Target="../slideLayouts/slideLayout1.xml"/><Relationship Id="rId45" Type="http://schemas.openxmlformats.org/officeDocument/2006/relationships/image" Target="../media/image16.png"/><Relationship Id="rId53" Type="http://schemas.openxmlformats.org/officeDocument/2006/relationships/image" Target="../media/image24.svg"/><Relationship Id="rId58" Type="http://schemas.openxmlformats.org/officeDocument/2006/relationships/image" Target="../media/image29.png"/><Relationship Id="rId66" Type="http://schemas.openxmlformats.org/officeDocument/2006/relationships/image" Target="../media/image37.png"/><Relationship Id="rId5" Type="http://schemas.openxmlformats.org/officeDocument/2006/relationships/tags" Target="../tags/tag36.xml"/><Relationship Id="rId61" Type="http://schemas.openxmlformats.org/officeDocument/2006/relationships/image" Target="../media/image32.png"/><Relationship Id="rId19" Type="http://schemas.openxmlformats.org/officeDocument/2006/relationships/tags" Target="../tags/tag50.xml"/><Relationship Id="rId14" Type="http://schemas.openxmlformats.org/officeDocument/2006/relationships/tags" Target="../tags/tag45.xml"/><Relationship Id="rId22" Type="http://schemas.openxmlformats.org/officeDocument/2006/relationships/tags" Target="../tags/tag53.xml"/><Relationship Id="rId27" Type="http://schemas.openxmlformats.org/officeDocument/2006/relationships/tags" Target="../tags/tag58.xml"/><Relationship Id="rId30" Type="http://schemas.openxmlformats.org/officeDocument/2006/relationships/tags" Target="../tags/tag61.xml"/><Relationship Id="rId35" Type="http://schemas.openxmlformats.org/officeDocument/2006/relationships/tags" Target="../tags/tag66.xml"/><Relationship Id="rId43" Type="http://schemas.openxmlformats.org/officeDocument/2006/relationships/image" Target="../media/image14.png"/><Relationship Id="rId48" Type="http://schemas.openxmlformats.org/officeDocument/2006/relationships/image" Target="../media/image19.svg"/><Relationship Id="rId56" Type="http://schemas.openxmlformats.org/officeDocument/2006/relationships/image" Target="../media/image27.png"/><Relationship Id="rId64" Type="http://schemas.openxmlformats.org/officeDocument/2006/relationships/image" Target="../media/image35.svg"/><Relationship Id="rId69" Type="http://schemas.openxmlformats.org/officeDocument/2006/relationships/image" Target="../media/image40.svg"/><Relationship Id="rId8" Type="http://schemas.openxmlformats.org/officeDocument/2006/relationships/tags" Target="../tags/tag39.xml"/><Relationship Id="rId51" Type="http://schemas.openxmlformats.org/officeDocument/2006/relationships/image" Target="../media/image22.png"/><Relationship Id="rId72" Type="http://schemas.openxmlformats.org/officeDocument/2006/relationships/image" Target="../media/image10.png"/><Relationship Id="rId3" Type="http://schemas.openxmlformats.org/officeDocument/2006/relationships/tags" Target="../tags/tag34.xml"/><Relationship Id="rId12" Type="http://schemas.openxmlformats.org/officeDocument/2006/relationships/tags" Target="../tags/tag43.xml"/><Relationship Id="rId17" Type="http://schemas.openxmlformats.org/officeDocument/2006/relationships/tags" Target="../tags/tag48.xml"/><Relationship Id="rId25" Type="http://schemas.openxmlformats.org/officeDocument/2006/relationships/tags" Target="../tags/tag56.xml"/><Relationship Id="rId33" Type="http://schemas.openxmlformats.org/officeDocument/2006/relationships/tags" Target="../tags/tag64.xml"/><Relationship Id="rId38" Type="http://schemas.openxmlformats.org/officeDocument/2006/relationships/tags" Target="../tags/tag69.xml"/><Relationship Id="rId46" Type="http://schemas.openxmlformats.org/officeDocument/2006/relationships/image" Target="../media/image17.svg"/><Relationship Id="rId59" Type="http://schemas.openxmlformats.org/officeDocument/2006/relationships/image" Target="../media/image30.png"/><Relationship Id="rId67" Type="http://schemas.openxmlformats.org/officeDocument/2006/relationships/image" Target="../media/image38.svg"/><Relationship Id="rId20" Type="http://schemas.openxmlformats.org/officeDocument/2006/relationships/tags" Target="../tags/tag51.xml"/><Relationship Id="rId41" Type="http://schemas.openxmlformats.org/officeDocument/2006/relationships/notesSlide" Target="../notesSlides/notesSlide4.xml"/><Relationship Id="rId54" Type="http://schemas.openxmlformats.org/officeDocument/2006/relationships/image" Target="../media/image25.png"/><Relationship Id="rId62" Type="http://schemas.openxmlformats.org/officeDocument/2006/relationships/image" Target="../media/image33.svg"/><Relationship Id="rId70" Type="http://schemas.openxmlformats.org/officeDocument/2006/relationships/image" Target="../media/image41.png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5" Type="http://schemas.openxmlformats.org/officeDocument/2006/relationships/tags" Target="../tags/tag46.xml"/><Relationship Id="rId23" Type="http://schemas.openxmlformats.org/officeDocument/2006/relationships/tags" Target="../tags/tag54.xml"/><Relationship Id="rId28" Type="http://schemas.openxmlformats.org/officeDocument/2006/relationships/tags" Target="../tags/tag59.xml"/><Relationship Id="rId36" Type="http://schemas.openxmlformats.org/officeDocument/2006/relationships/tags" Target="../tags/tag67.xml"/><Relationship Id="rId49" Type="http://schemas.openxmlformats.org/officeDocument/2006/relationships/image" Target="../media/image20.png"/><Relationship Id="rId57" Type="http://schemas.openxmlformats.org/officeDocument/2006/relationships/image" Target="../media/image28.svg"/><Relationship Id="rId10" Type="http://schemas.openxmlformats.org/officeDocument/2006/relationships/tags" Target="../tags/tag41.xml"/><Relationship Id="rId31" Type="http://schemas.openxmlformats.org/officeDocument/2006/relationships/tags" Target="../tags/tag62.xml"/><Relationship Id="rId44" Type="http://schemas.openxmlformats.org/officeDocument/2006/relationships/image" Target="../media/image15.png"/><Relationship Id="rId52" Type="http://schemas.openxmlformats.org/officeDocument/2006/relationships/image" Target="../media/image23.png"/><Relationship Id="rId60" Type="http://schemas.openxmlformats.org/officeDocument/2006/relationships/image" Target="../media/image31.svg"/><Relationship Id="rId65" Type="http://schemas.openxmlformats.org/officeDocument/2006/relationships/image" Target="../media/image36.png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3" Type="http://schemas.openxmlformats.org/officeDocument/2006/relationships/tags" Target="../tags/tag44.xml"/><Relationship Id="rId18" Type="http://schemas.openxmlformats.org/officeDocument/2006/relationships/tags" Target="../tags/tag49.xml"/><Relationship Id="rId39" Type="http://schemas.openxmlformats.org/officeDocument/2006/relationships/tags" Target="../tags/tag70.xml"/><Relationship Id="rId34" Type="http://schemas.openxmlformats.org/officeDocument/2006/relationships/tags" Target="../tags/tag65.xml"/><Relationship Id="rId50" Type="http://schemas.openxmlformats.org/officeDocument/2006/relationships/image" Target="../media/image21.svg"/><Relationship Id="rId55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86.xml"/><Relationship Id="rId18" Type="http://schemas.openxmlformats.org/officeDocument/2006/relationships/tags" Target="../tags/tag91.xml"/><Relationship Id="rId26" Type="http://schemas.openxmlformats.org/officeDocument/2006/relationships/tags" Target="../tags/tag99.xml"/><Relationship Id="rId3" Type="http://schemas.openxmlformats.org/officeDocument/2006/relationships/tags" Target="../tags/tag76.xml"/><Relationship Id="rId21" Type="http://schemas.openxmlformats.org/officeDocument/2006/relationships/tags" Target="../tags/tag94.xml"/><Relationship Id="rId34" Type="http://schemas.openxmlformats.org/officeDocument/2006/relationships/image" Target="../media/image46.svg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17" Type="http://schemas.openxmlformats.org/officeDocument/2006/relationships/tags" Target="../tags/tag90.xml"/><Relationship Id="rId25" Type="http://schemas.openxmlformats.org/officeDocument/2006/relationships/tags" Target="../tags/tag98.xml"/><Relationship Id="rId33" Type="http://schemas.openxmlformats.org/officeDocument/2006/relationships/image" Target="../media/image45.png"/><Relationship Id="rId2" Type="http://schemas.openxmlformats.org/officeDocument/2006/relationships/tags" Target="../tags/tag75.xml"/><Relationship Id="rId16" Type="http://schemas.openxmlformats.org/officeDocument/2006/relationships/tags" Target="../tags/tag89.xml"/><Relationship Id="rId20" Type="http://schemas.openxmlformats.org/officeDocument/2006/relationships/tags" Target="../tags/tag93.xml"/><Relationship Id="rId29" Type="http://schemas.openxmlformats.org/officeDocument/2006/relationships/notesSlide" Target="../notesSlides/notesSlide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24" Type="http://schemas.openxmlformats.org/officeDocument/2006/relationships/tags" Target="../tags/tag97.xml"/><Relationship Id="rId32" Type="http://schemas.openxmlformats.org/officeDocument/2006/relationships/image" Target="../media/image44.svg"/><Relationship Id="rId5" Type="http://schemas.openxmlformats.org/officeDocument/2006/relationships/tags" Target="../tags/tag78.xml"/><Relationship Id="rId15" Type="http://schemas.openxmlformats.org/officeDocument/2006/relationships/tags" Target="../tags/tag88.xml"/><Relationship Id="rId23" Type="http://schemas.openxmlformats.org/officeDocument/2006/relationships/tags" Target="../tags/tag96.xml"/><Relationship Id="rId28" Type="http://schemas.openxmlformats.org/officeDocument/2006/relationships/slideLayout" Target="../slideLayouts/slideLayout1.xml"/><Relationship Id="rId10" Type="http://schemas.openxmlformats.org/officeDocument/2006/relationships/tags" Target="../tags/tag83.xml"/><Relationship Id="rId19" Type="http://schemas.openxmlformats.org/officeDocument/2006/relationships/tags" Target="../tags/tag92.xml"/><Relationship Id="rId31" Type="http://schemas.openxmlformats.org/officeDocument/2006/relationships/image" Target="../media/image43.png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tags" Target="../tags/tag87.xml"/><Relationship Id="rId22" Type="http://schemas.openxmlformats.org/officeDocument/2006/relationships/tags" Target="../tags/tag95.xml"/><Relationship Id="rId27" Type="http://schemas.openxmlformats.org/officeDocument/2006/relationships/tags" Target="../tags/tag100.xml"/><Relationship Id="rId30" Type="http://schemas.openxmlformats.org/officeDocument/2006/relationships/image" Target="../media/image11.png"/><Relationship Id="rId35" Type="http://schemas.openxmlformats.org/officeDocument/2006/relationships/image" Target="../media/image10.png"/><Relationship Id="rId8" Type="http://schemas.openxmlformats.org/officeDocument/2006/relationships/tags" Target="../tags/tag81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116.xml"/><Relationship Id="rId18" Type="http://schemas.openxmlformats.org/officeDocument/2006/relationships/tags" Target="../tags/tag121.xml"/><Relationship Id="rId26" Type="http://schemas.openxmlformats.org/officeDocument/2006/relationships/tags" Target="../tags/tag129.xml"/><Relationship Id="rId39" Type="http://schemas.openxmlformats.org/officeDocument/2006/relationships/image" Target="../media/image53.svg"/><Relationship Id="rId21" Type="http://schemas.openxmlformats.org/officeDocument/2006/relationships/tags" Target="../tags/tag124.xml"/><Relationship Id="rId34" Type="http://schemas.openxmlformats.org/officeDocument/2006/relationships/image" Target="../media/image48.svg"/><Relationship Id="rId42" Type="http://schemas.openxmlformats.org/officeDocument/2006/relationships/image" Target="../media/image56.png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6" Type="http://schemas.openxmlformats.org/officeDocument/2006/relationships/tags" Target="../tags/tag119.xml"/><Relationship Id="rId20" Type="http://schemas.openxmlformats.org/officeDocument/2006/relationships/tags" Target="../tags/tag123.xml"/><Relationship Id="rId29" Type="http://schemas.openxmlformats.org/officeDocument/2006/relationships/tags" Target="../tags/tag132.xml"/><Relationship Id="rId41" Type="http://schemas.openxmlformats.org/officeDocument/2006/relationships/image" Target="../media/image55.png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tags" Target="../tags/tag114.xml"/><Relationship Id="rId24" Type="http://schemas.openxmlformats.org/officeDocument/2006/relationships/tags" Target="../tags/tag127.xml"/><Relationship Id="rId32" Type="http://schemas.openxmlformats.org/officeDocument/2006/relationships/image" Target="../media/image11.png"/><Relationship Id="rId37" Type="http://schemas.openxmlformats.org/officeDocument/2006/relationships/image" Target="../media/image51.svg"/><Relationship Id="rId40" Type="http://schemas.openxmlformats.org/officeDocument/2006/relationships/image" Target="../media/image54.svg"/><Relationship Id="rId5" Type="http://schemas.openxmlformats.org/officeDocument/2006/relationships/tags" Target="../tags/tag108.xml"/><Relationship Id="rId15" Type="http://schemas.openxmlformats.org/officeDocument/2006/relationships/tags" Target="../tags/tag118.xml"/><Relationship Id="rId23" Type="http://schemas.openxmlformats.org/officeDocument/2006/relationships/tags" Target="../tags/tag126.xml"/><Relationship Id="rId28" Type="http://schemas.openxmlformats.org/officeDocument/2006/relationships/tags" Target="../tags/tag131.xml"/><Relationship Id="rId36" Type="http://schemas.openxmlformats.org/officeDocument/2006/relationships/image" Target="../media/image50.svg"/><Relationship Id="rId10" Type="http://schemas.openxmlformats.org/officeDocument/2006/relationships/tags" Target="../tags/tag113.xml"/><Relationship Id="rId19" Type="http://schemas.openxmlformats.org/officeDocument/2006/relationships/tags" Target="../tags/tag122.xml"/><Relationship Id="rId31" Type="http://schemas.openxmlformats.org/officeDocument/2006/relationships/notesSlide" Target="../notesSlides/notesSlide6.xml"/><Relationship Id="rId44" Type="http://schemas.openxmlformats.org/officeDocument/2006/relationships/image" Target="../media/image10.png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tags" Target="../tags/tag117.xml"/><Relationship Id="rId22" Type="http://schemas.openxmlformats.org/officeDocument/2006/relationships/tags" Target="../tags/tag125.xml"/><Relationship Id="rId27" Type="http://schemas.openxmlformats.org/officeDocument/2006/relationships/tags" Target="../tags/tag130.xml"/><Relationship Id="rId30" Type="http://schemas.openxmlformats.org/officeDocument/2006/relationships/slideLayout" Target="../slideLayouts/slideLayout1.xml"/><Relationship Id="rId35" Type="http://schemas.openxmlformats.org/officeDocument/2006/relationships/image" Target="../media/image49.png"/><Relationship Id="rId43" Type="http://schemas.openxmlformats.org/officeDocument/2006/relationships/image" Target="../media/image57.png"/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12" Type="http://schemas.openxmlformats.org/officeDocument/2006/relationships/tags" Target="../tags/tag115.xml"/><Relationship Id="rId17" Type="http://schemas.openxmlformats.org/officeDocument/2006/relationships/tags" Target="../tags/tag120.xml"/><Relationship Id="rId25" Type="http://schemas.openxmlformats.org/officeDocument/2006/relationships/tags" Target="../tags/tag128.xml"/><Relationship Id="rId33" Type="http://schemas.openxmlformats.org/officeDocument/2006/relationships/image" Target="../media/image47.png"/><Relationship Id="rId38" Type="http://schemas.openxmlformats.org/officeDocument/2006/relationships/image" Target="../media/image52.sv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48.xml"/><Relationship Id="rId18" Type="http://schemas.openxmlformats.org/officeDocument/2006/relationships/tags" Target="../tags/tag153.xml"/><Relationship Id="rId26" Type="http://schemas.openxmlformats.org/officeDocument/2006/relationships/tags" Target="../tags/tag161.xml"/><Relationship Id="rId39" Type="http://schemas.openxmlformats.org/officeDocument/2006/relationships/image" Target="../media/image65.png"/><Relationship Id="rId21" Type="http://schemas.openxmlformats.org/officeDocument/2006/relationships/tags" Target="../tags/tag156.xml"/><Relationship Id="rId34" Type="http://schemas.openxmlformats.org/officeDocument/2006/relationships/image" Target="../media/image60.png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17" Type="http://schemas.openxmlformats.org/officeDocument/2006/relationships/tags" Target="../tags/tag152.xml"/><Relationship Id="rId25" Type="http://schemas.openxmlformats.org/officeDocument/2006/relationships/tags" Target="../tags/tag160.xml"/><Relationship Id="rId33" Type="http://schemas.openxmlformats.org/officeDocument/2006/relationships/image" Target="../media/image59.svg"/><Relationship Id="rId38" Type="http://schemas.openxmlformats.org/officeDocument/2006/relationships/image" Target="../media/image64.png"/><Relationship Id="rId2" Type="http://schemas.openxmlformats.org/officeDocument/2006/relationships/tags" Target="../tags/tag137.xml"/><Relationship Id="rId16" Type="http://schemas.openxmlformats.org/officeDocument/2006/relationships/tags" Target="../tags/tag151.xml"/><Relationship Id="rId20" Type="http://schemas.openxmlformats.org/officeDocument/2006/relationships/tags" Target="../tags/tag155.xml"/><Relationship Id="rId29" Type="http://schemas.openxmlformats.org/officeDocument/2006/relationships/slideLayout" Target="../slideLayouts/slideLayout1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24" Type="http://schemas.openxmlformats.org/officeDocument/2006/relationships/tags" Target="../tags/tag159.xml"/><Relationship Id="rId32" Type="http://schemas.openxmlformats.org/officeDocument/2006/relationships/image" Target="../media/image58.png"/><Relationship Id="rId37" Type="http://schemas.openxmlformats.org/officeDocument/2006/relationships/image" Target="../media/image63.svg"/><Relationship Id="rId40" Type="http://schemas.openxmlformats.org/officeDocument/2006/relationships/image" Target="../media/image10.png"/><Relationship Id="rId5" Type="http://schemas.openxmlformats.org/officeDocument/2006/relationships/tags" Target="../tags/tag140.xml"/><Relationship Id="rId15" Type="http://schemas.openxmlformats.org/officeDocument/2006/relationships/tags" Target="../tags/tag150.xml"/><Relationship Id="rId23" Type="http://schemas.openxmlformats.org/officeDocument/2006/relationships/tags" Target="../tags/tag158.xml"/><Relationship Id="rId28" Type="http://schemas.openxmlformats.org/officeDocument/2006/relationships/tags" Target="../tags/tag163.xml"/><Relationship Id="rId36" Type="http://schemas.openxmlformats.org/officeDocument/2006/relationships/image" Target="../media/image62.png"/><Relationship Id="rId10" Type="http://schemas.openxmlformats.org/officeDocument/2006/relationships/tags" Target="../tags/tag145.xml"/><Relationship Id="rId19" Type="http://schemas.openxmlformats.org/officeDocument/2006/relationships/tags" Target="../tags/tag154.xml"/><Relationship Id="rId31" Type="http://schemas.openxmlformats.org/officeDocument/2006/relationships/image" Target="../media/image11.png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tags" Target="../tags/tag149.xml"/><Relationship Id="rId22" Type="http://schemas.openxmlformats.org/officeDocument/2006/relationships/tags" Target="../tags/tag157.xml"/><Relationship Id="rId27" Type="http://schemas.openxmlformats.org/officeDocument/2006/relationships/tags" Target="../tags/tag162.xml"/><Relationship Id="rId30" Type="http://schemas.openxmlformats.org/officeDocument/2006/relationships/notesSlide" Target="../notesSlides/notesSlide7.xml"/><Relationship Id="rId35" Type="http://schemas.openxmlformats.org/officeDocument/2006/relationships/image" Target="../media/image61.svg"/><Relationship Id="rId8" Type="http://schemas.openxmlformats.org/officeDocument/2006/relationships/tags" Target="../tags/tag143.xml"/><Relationship Id="rId3" Type="http://schemas.openxmlformats.org/officeDocument/2006/relationships/tags" Target="../tags/tag138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179.xml"/><Relationship Id="rId18" Type="http://schemas.openxmlformats.org/officeDocument/2006/relationships/tags" Target="../tags/tag184.xml"/><Relationship Id="rId26" Type="http://schemas.openxmlformats.org/officeDocument/2006/relationships/tags" Target="../tags/tag192.xml"/><Relationship Id="rId39" Type="http://schemas.openxmlformats.org/officeDocument/2006/relationships/image" Target="../media/image71.svg"/><Relationship Id="rId21" Type="http://schemas.openxmlformats.org/officeDocument/2006/relationships/tags" Target="../tags/tag187.xml"/><Relationship Id="rId34" Type="http://schemas.openxmlformats.org/officeDocument/2006/relationships/image" Target="../media/image66.png"/><Relationship Id="rId42" Type="http://schemas.openxmlformats.org/officeDocument/2006/relationships/image" Target="../media/image74.svg"/><Relationship Id="rId7" Type="http://schemas.openxmlformats.org/officeDocument/2006/relationships/tags" Target="../tags/tag173.xml"/><Relationship Id="rId2" Type="http://schemas.openxmlformats.org/officeDocument/2006/relationships/tags" Target="../tags/tag168.xml"/><Relationship Id="rId16" Type="http://schemas.openxmlformats.org/officeDocument/2006/relationships/tags" Target="../tags/tag182.xml"/><Relationship Id="rId20" Type="http://schemas.openxmlformats.org/officeDocument/2006/relationships/tags" Target="../tags/tag186.xml"/><Relationship Id="rId29" Type="http://schemas.openxmlformats.org/officeDocument/2006/relationships/tags" Target="../tags/tag195.xml"/><Relationship Id="rId41" Type="http://schemas.openxmlformats.org/officeDocument/2006/relationships/image" Target="../media/image73.png"/><Relationship Id="rId1" Type="http://schemas.openxmlformats.org/officeDocument/2006/relationships/tags" Target="../tags/tag167.xml"/><Relationship Id="rId6" Type="http://schemas.openxmlformats.org/officeDocument/2006/relationships/tags" Target="../tags/tag172.xml"/><Relationship Id="rId11" Type="http://schemas.openxmlformats.org/officeDocument/2006/relationships/tags" Target="../tags/tag177.xml"/><Relationship Id="rId24" Type="http://schemas.openxmlformats.org/officeDocument/2006/relationships/tags" Target="../tags/tag190.xml"/><Relationship Id="rId32" Type="http://schemas.openxmlformats.org/officeDocument/2006/relationships/notesSlide" Target="../notesSlides/notesSlide8.xml"/><Relationship Id="rId37" Type="http://schemas.openxmlformats.org/officeDocument/2006/relationships/image" Target="../media/image69.png"/><Relationship Id="rId40" Type="http://schemas.openxmlformats.org/officeDocument/2006/relationships/image" Target="../media/image72.png"/><Relationship Id="rId5" Type="http://schemas.openxmlformats.org/officeDocument/2006/relationships/tags" Target="../tags/tag171.xml"/><Relationship Id="rId15" Type="http://schemas.openxmlformats.org/officeDocument/2006/relationships/tags" Target="../tags/tag181.xml"/><Relationship Id="rId23" Type="http://schemas.openxmlformats.org/officeDocument/2006/relationships/tags" Target="../tags/tag189.xml"/><Relationship Id="rId28" Type="http://schemas.openxmlformats.org/officeDocument/2006/relationships/tags" Target="../tags/tag194.xml"/><Relationship Id="rId36" Type="http://schemas.openxmlformats.org/officeDocument/2006/relationships/image" Target="../media/image68.svg"/><Relationship Id="rId10" Type="http://schemas.openxmlformats.org/officeDocument/2006/relationships/tags" Target="../tags/tag176.xml"/><Relationship Id="rId19" Type="http://schemas.openxmlformats.org/officeDocument/2006/relationships/tags" Target="../tags/tag185.xml"/><Relationship Id="rId31" Type="http://schemas.openxmlformats.org/officeDocument/2006/relationships/slideLayout" Target="../slideLayouts/slideLayout1.xml"/><Relationship Id="rId44" Type="http://schemas.openxmlformats.org/officeDocument/2006/relationships/image" Target="../media/image10.png"/><Relationship Id="rId4" Type="http://schemas.openxmlformats.org/officeDocument/2006/relationships/tags" Target="../tags/tag170.xml"/><Relationship Id="rId9" Type="http://schemas.openxmlformats.org/officeDocument/2006/relationships/tags" Target="../tags/tag175.xml"/><Relationship Id="rId14" Type="http://schemas.openxmlformats.org/officeDocument/2006/relationships/tags" Target="../tags/tag180.xml"/><Relationship Id="rId22" Type="http://schemas.openxmlformats.org/officeDocument/2006/relationships/tags" Target="../tags/tag188.xml"/><Relationship Id="rId27" Type="http://schemas.openxmlformats.org/officeDocument/2006/relationships/tags" Target="../tags/tag193.xml"/><Relationship Id="rId30" Type="http://schemas.openxmlformats.org/officeDocument/2006/relationships/tags" Target="../tags/tag196.xml"/><Relationship Id="rId35" Type="http://schemas.openxmlformats.org/officeDocument/2006/relationships/image" Target="../media/image67.png"/><Relationship Id="rId43" Type="http://schemas.openxmlformats.org/officeDocument/2006/relationships/image" Target="../media/image75.png"/><Relationship Id="rId8" Type="http://schemas.openxmlformats.org/officeDocument/2006/relationships/tags" Target="../tags/tag174.xml"/><Relationship Id="rId3" Type="http://schemas.openxmlformats.org/officeDocument/2006/relationships/tags" Target="../tags/tag169.xml"/><Relationship Id="rId12" Type="http://schemas.openxmlformats.org/officeDocument/2006/relationships/tags" Target="../tags/tag178.xml"/><Relationship Id="rId17" Type="http://schemas.openxmlformats.org/officeDocument/2006/relationships/tags" Target="../tags/tag183.xml"/><Relationship Id="rId25" Type="http://schemas.openxmlformats.org/officeDocument/2006/relationships/tags" Target="../tags/tag191.xml"/><Relationship Id="rId33" Type="http://schemas.openxmlformats.org/officeDocument/2006/relationships/image" Target="../media/image11.png"/><Relationship Id="rId38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212.xml"/><Relationship Id="rId18" Type="http://schemas.openxmlformats.org/officeDocument/2006/relationships/tags" Target="../tags/tag217.xml"/><Relationship Id="rId26" Type="http://schemas.openxmlformats.org/officeDocument/2006/relationships/tags" Target="../tags/tag225.xml"/><Relationship Id="rId39" Type="http://schemas.openxmlformats.org/officeDocument/2006/relationships/image" Target="../media/image83.png"/><Relationship Id="rId21" Type="http://schemas.openxmlformats.org/officeDocument/2006/relationships/tags" Target="../tags/tag220.xml"/><Relationship Id="rId34" Type="http://schemas.openxmlformats.org/officeDocument/2006/relationships/image" Target="../media/image78.svg"/><Relationship Id="rId42" Type="http://schemas.openxmlformats.org/officeDocument/2006/relationships/image" Target="../media/image86.svg"/><Relationship Id="rId47" Type="http://schemas.openxmlformats.org/officeDocument/2006/relationships/image" Target="../media/image91.svg"/><Relationship Id="rId50" Type="http://schemas.openxmlformats.org/officeDocument/2006/relationships/image" Target="../media/image10.png"/><Relationship Id="rId7" Type="http://schemas.openxmlformats.org/officeDocument/2006/relationships/tags" Target="../tags/tag206.xml"/><Relationship Id="rId2" Type="http://schemas.openxmlformats.org/officeDocument/2006/relationships/tags" Target="../tags/tag201.xml"/><Relationship Id="rId16" Type="http://schemas.openxmlformats.org/officeDocument/2006/relationships/tags" Target="../tags/tag215.xml"/><Relationship Id="rId29" Type="http://schemas.openxmlformats.org/officeDocument/2006/relationships/slideLayout" Target="../slideLayouts/slideLayout1.xml"/><Relationship Id="rId11" Type="http://schemas.openxmlformats.org/officeDocument/2006/relationships/tags" Target="../tags/tag210.xml"/><Relationship Id="rId24" Type="http://schemas.openxmlformats.org/officeDocument/2006/relationships/tags" Target="../tags/tag223.xml"/><Relationship Id="rId32" Type="http://schemas.openxmlformats.org/officeDocument/2006/relationships/image" Target="../media/image11.png"/><Relationship Id="rId37" Type="http://schemas.openxmlformats.org/officeDocument/2006/relationships/image" Target="../media/image81.png"/><Relationship Id="rId40" Type="http://schemas.openxmlformats.org/officeDocument/2006/relationships/image" Target="../media/image84.svg"/><Relationship Id="rId45" Type="http://schemas.openxmlformats.org/officeDocument/2006/relationships/image" Target="../media/image89.svg"/><Relationship Id="rId5" Type="http://schemas.openxmlformats.org/officeDocument/2006/relationships/tags" Target="../tags/tag204.xml"/><Relationship Id="rId15" Type="http://schemas.openxmlformats.org/officeDocument/2006/relationships/tags" Target="../tags/tag214.xml"/><Relationship Id="rId23" Type="http://schemas.openxmlformats.org/officeDocument/2006/relationships/tags" Target="../tags/tag222.xml"/><Relationship Id="rId28" Type="http://schemas.openxmlformats.org/officeDocument/2006/relationships/tags" Target="../tags/tag227.xml"/><Relationship Id="rId36" Type="http://schemas.openxmlformats.org/officeDocument/2006/relationships/image" Target="../media/image80.svg"/><Relationship Id="rId49" Type="http://schemas.openxmlformats.org/officeDocument/2006/relationships/image" Target="../media/image93.png"/><Relationship Id="rId10" Type="http://schemas.openxmlformats.org/officeDocument/2006/relationships/tags" Target="../tags/tag209.xml"/><Relationship Id="rId19" Type="http://schemas.openxmlformats.org/officeDocument/2006/relationships/tags" Target="../tags/tag218.xml"/><Relationship Id="rId31" Type="http://schemas.openxmlformats.org/officeDocument/2006/relationships/image" Target="../media/image76.png"/><Relationship Id="rId44" Type="http://schemas.openxmlformats.org/officeDocument/2006/relationships/image" Target="../media/image88.png"/><Relationship Id="rId4" Type="http://schemas.openxmlformats.org/officeDocument/2006/relationships/tags" Target="../tags/tag203.xml"/><Relationship Id="rId9" Type="http://schemas.openxmlformats.org/officeDocument/2006/relationships/tags" Target="../tags/tag208.xml"/><Relationship Id="rId14" Type="http://schemas.openxmlformats.org/officeDocument/2006/relationships/tags" Target="../tags/tag213.xml"/><Relationship Id="rId22" Type="http://schemas.openxmlformats.org/officeDocument/2006/relationships/tags" Target="../tags/tag221.xml"/><Relationship Id="rId27" Type="http://schemas.openxmlformats.org/officeDocument/2006/relationships/tags" Target="../tags/tag226.xml"/><Relationship Id="rId30" Type="http://schemas.openxmlformats.org/officeDocument/2006/relationships/notesSlide" Target="../notesSlides/notesSlide9.xml"/><Relationship Id="rId35" Type="http://schemas.openxmlformats.org/officeDocument/2006/relationships/image" Target="../media/image79.png"/><Relationship Id="rId43" Type="http://schemas.openxmlformats.org/officeDocument/2006/relationships/image" Target="../media/image87.svg"/><Relationship Id="rId48" Type="http://schemas.openxmlformats.org/officeDocument/2006/relationships/image" Target="../media/image92.png"/><Relationship Id="rId8" Type="http://schemas.openxmlformats.org/officeDocument/2006/relationships/tags" Target="../tags/tag207.xml"/><Relationship Id="rId3" Type="http://schemas.openxmlformats.org/officeDocument/2006/relationships/tags" Target="../tags/tag202.xml"/><Relationship Id="rId12" Type="http://schemas.openxmlformats.org/officeDocument/2006/relationships/tags" Target="../tags/tag211.xml"/><Relationship Id="rId17" Type="http://schemas.openxmlformats.org/officeDocument/2006/relationships/tags" Target="../tags/tag216.xml"/><Relationship Id="rId25" Type="http://schemas.openxmlformats.org/officeDocument/2006/relationships/tags" Target="../tags/tag224.xml"/><Relationship Id="rId33" Type="http://schemas.openxmlformats.org/officeDocument/2006/relationships/image" Target="../media/image77.png"/><Relationship Id="rId38" Type="http://schemas.openxmlformats.org/officeDocument/2006/relationships/image" Target="../media/image82.svg"/><Relationship Id="rId46" Type="http://schemas.openxmlformats.org/officeDocument/2006/relationships/image" Target="../media/image90.png"/><Relationship Id="rId20" Type="http://schemas.openxmlformats.org/officeDocument/2006/relationships/tags" Target="../tags/tag219.xml"/><Relationship Id="rId41" Type="http://schemas.openxmlformats.org/officeDocument/2006/relationships/image" Target="../media/image85.png"/><Relationship Id="rId1" Type="http://schemas.openxmlformats.org/officeDocument/2006/relationships/tags" Target="../tags/tag200.xml"/><Relationship Id="rId6" Type="http://schemas.openxmlformats.org/officeDocument/2006/relationships/tags" Target="../tags/tag20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38.xml"/><Relationship Id="rId13" Type="http://schemas.openxmlformats.org/officeDocument/2006/relationships/tags" Target="../tags/tag243.xml"/><Relationship Id="rId18" Type="http://schemas.openxmlformats.org/officeDocument/2006/relationships/tags" Target="../tags/tag248.xml"/><Relationship Id="rId26" Type="http://schemas.openxmlformats.org/officeDocument/2006/relationships/image" Target="../media/image94.png"/><Relationship Id="rId3" Type="http://schemas.openxmlformats.org/officeDocument/2006/relationships/tags" Target="../tags/tag233.xml"/><Relationship Id="rId21" Type="http://schemas.openxmlformats.org/officeDocument/2006/relationships/tags" Target="../tags/tag251.xml"/><Relationship Id="rId7" Type="http://schemas.openxmlformats.org/officeDocument/2006/relationships/tags" Target="../tags/tag237.xml"/><Relationship Id="rId12" Type="http://schemas.openxmlformats.org/officeDocument/2006/relationships/tags" Target="../tags/tag242.xml"/><Relationship Id="rId17" Type="http://schemas.openxmlformats.org/officeDocument/2006/relationships/tags" Target="../tags/tag247.xml"/><Relationship Id="rId25" Type="http://schemas.openxmlformats.org/officeDocument/2006/relationships/image" Target="../media/image11.png"/><Relationship Id="rId2" Type="http://schemas.openxmlformats.org/officeDocument/2006/relationships/tags" Target="../tags/tag232.xml"/><Relationship Id="rId16" Type="http://schemas.openxmlformats.org/officeDocument/2006/relationships/tags" Target="../tags/tag246.xml"/><Relationship Id="rId20" Type="http://schemas.openxmlformats.org/officeDocument/2006/relationships/tags" Target="../tags/tag250.xml"/><Relationship Id="rId29" Type="http://schemas.openxmlformats.org/officeDocument/2006/relationships/image" Target="../media/image97.svg"/><Relationship Id="rId1" Type="http://schemas.openxmlformats.org/officeDocument/2006/relationships/tags" Target="../tags/tag231.xml"/><Relationship Id="rId6" Type="http://schemas.openxmlformats.org/officeDocument/2006/relationships/tags" Target="../tags/tag236.xml"/><Relationship Id="rId11" Type="http://schemas.openxmlformats.org/officeDocument/2006/relationships/tags" Target="../tags/tag241.xml"/><Relationship Id="rId24" Type="http://schemas.openxmlformats.org/officeDocument/2006/relationships/notesSlide" Target="../notesSlides/notesSlide10.xml"/><Relationship Id="rId32" Type="http://schemas.openxmlformats.org/officeDocument/2006/relationships/image" Target="../media/image10.png"/><Relationship Id="rId5" Type="http://schemas.openxmlformats.org/officeDocument/2006/relationships/tags" Target="../tags/tag235.xml"/><Relationship Id="rId15" Type="http://schemas.openxmlformats.org/officeDocument/2006/relationships/tags" Target="../tags/tag245.xml"/><Relationship Id="rId23" Type="http://schemas.openxmlformats.org/officeDocument/2006/relationships/slideLayout" Target="../slideLayouts/slideLayout1.xml"/><Relationship Id="rId28" Type="http://schemas.openxmlformats.org/officeDocument/2006/relationships/image" Target="../media/image96.svg"/><Relationship Id="rId10" Type="http://schemas.openxmlformats.org/officeDocument/2006/relationships/tags" Target="../tags/tag240.xml"/><Relationship Id="rId19" Type="http://schemas.openxmlformats.org/officeDocument/2006/relationships/tags" Target="../tags/tag249.xml"/><Relationship Id="rId31" Type="http://schemas.openxmlformats.org/officeDocument/2006/relationships/image" Target="../media/image99.png"/><Relationship Id="rId4" Type="http://schemas.openxmlformats.org/officeDocument/2006/relationships/tags" Target="../tags/tag234.xml"/><Relationship Id="rId9" Type="http://schemas.openxmlformats.org/officeDocument/2006/relationships/tags" Target="../tags/tag239.xml"/><Relationship Id="rId14" Type="http://schemas.openxmlformats.org/officeDocument/2006/relationships/tags" Target="../tags/tag244.xml"/><Relationship Id="rId22" Type="http://schemas.openxmlformats.org/officeDocument/2006/relationships/tags" Target="../tags/tag252.xml"/><Relationship Id="rId27" Type="http://schemas.openxmlformats.org/officeDocument/2006/relationships/image" Target="../media/image95.svg"/><Relationship Id="rId30" Type="http://schemas.openxmlformats.org/officeDocument/2006/relationships/image" Target="../media/image98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268.xml"/><Relationship Id="rId18" Type="http://schemas.openxmlformats.org/officeDocument/2006/relationships/tags" Target="../tags/tag273.xml"/><Relationship Id="rId26" Type="http://schemas.openxmlformats.org/officeDocument/2006/relationships/tags" Target="../tags/tag281.xml"/><Relationship Id="rId39" Type="http://schemas.openxmlformats.org/officeDocument/2006/relationships/tags" Target="../tags/tag294.xml"/><Relationship Id="rId21" Type="http://schemas.openxmlformats.org/officeDocument/2006/relationships/tags" Target="../tags/tag276.xml"/><Relationship Id="rId34" Type="http://schemas.openxmlformats.org/officeDocument/2006/relationships/tags" Target="../tags/tag289.xml"/><Relationship Id="rId42" Type="http://schemas.openxmlformats.org/officeDocument/2006/relationships/notesSlide" Target="../notesSlides/notesSlide11.xml"/><Relationship Id="rId47" Type="http://schemas.openxmlformats.org/officeDocument/2006/relationships/image" Target="../media/image103.png"/><Relationship Id="rId50" Type="http://schemas.openxmlformats.org/officeDocument/2006/relationships/image" Target="../media/image106.svg"/><Relationship Id="rId7" Type="http://schemas.openxmlformats.org/officeDocument/2006/relationships/tags" Target="../tags/tag262.xml"/><Relationship Id="rId2" Type="http://schemas.openxmlformats.org/officeDocument/2006/relationships/tags" Target="../tags/tag257.xml"/><Relationship Id="rId16" Type="http://schemas.openxmlformats.org/officeDocument/2006/relationships/tags" Target="../tags/tag271.xml"/><Relationship Id="rId29" Type="http://schemas.openxmlformats.org/officeDocument/2006/relationships/tags" Target="../tags/tag284.xml"/><Relationship Id="rId11" Type="http://schemas.openxmlformats.org/officeDocument/2006/relationships/tags" Target="../tags/tag266.xml"/><Relationship Id="rId24" Type="http://schemas.openxmlformats.org/officeDocument/2006/relationships/tags" Target="../tags/tag279.xml"/><Relationship Id="rId32" Type="http://schemas.openxmlformats.org/officeDocument/2006/relationships/tags" Target="../tags/tag287.xml"/><Relationship Id="rId37" Type="http://schemas.openxmlformats.org/officeDocument/2006/relationships/tags" Target="../tags/tag292.xml"/><Relationship Id="rId40" Type="http://schemas.openxmlformats.org/officeDocument/2006/relationships/tags" Target="../tags/tag295.xml"/><Relationship Id="rId45" Type="http://schemas.openxmlformats.org/officeDocument/2006/relationships/image" Target="../media/image101.png"/><Relationship Id="rId53" Type="http://schemas.openxmlformats.org/officeDocument/2006/relationships/image" Target="../media/image109.svg"/><Relationship Id="rId5" Type="http://schemas.openxmlformats.org/officeDocument/2006/relationships/tags" Target="../tags/tag260.xml"/><Relationship Id="rId10" Type="http://schemas.openxmlformats.org/officeDocument/2006/relationships/tags" Target="../tags/tag265.xml"/><Relationship Id="rId19" Type="http://schemas.openxmlformats.org/officeDocument/2006/relationships/tags" Target="../tags/tag274.xml"/><Relationship Id="rId31" Type="http://schemas.openxmlformats.org/officeDocument/2006/relationships/tags" Target="../tags/tag286.xml"/><Relationship Id="rId44" Type="http://schemas.openxmlformats.org/officeDocument/2006/relationships/image" Target="../media/image100.png"/><Relationship Id="rId52" Type="http://schemas.openxmlformats.org/officeDocument/2006/relationships/image" Target="../media/image108.svg"/><Relationship Id="rId4" Type="http://schemas.openxmlformats.org/officeDocument/2006/relationships/tags" Target="../tags/tag259.xml"/><Relationship Id="rId9" Type="http://schemas.openxmlformats.org/officeDocument/2006/relationships/tags" Target="../tags/tag264.xml"/><Relationship Id="rId14" Type="http://schemas.openxmlformats.org/officeDocument/2006/relationships/tags" Target="../tags/tag269.xml"/><Relationship Id="rId22" Type="http://schemas.openxmlformats.org/officeDocument/2006/relationships/tags" Target="../tags/tag277.xml"/><Relationship Id="rId27" Type="http://schemas.openxmlformats.org/officeDocument/2006/relationships/tags" Target="../tags/tag282.xml"/><Relationship Id="rId30" Type="http://schemas.openxmlformats.org/officeDocument/2006/relationships/tags" Target="../tags/tag285.xml"/><Relationship Id="rId35" Type="http://schemas.openxmlformats.org/officeDocument/2006/relationships/tags" Target="../tags/tag290.xml"/><Relationship Id="rId43" Type="http://schemas.openxmlformats.org/officeDocument/2006/relationships/image" Target="../media/image11.png"/><Relationship Id="rId48" Type="http://schemas.openxmlformats.org/officeDocument/2006/relationships/image" Target="../media/image104.svg"/><Relationship Id="rId8" Type="http://schemas.openxmlformats.org/officeDocument/2006/relationships/tags" Target="../tags/tag263.xml"/><Relationship Id="rId51" Type="http://schemas.openxmlformats.org/officeDocument/2006/relationships/image" Target="../media/image107.png"/><Relationship Id="rId3" Type="http://schemas.openxmlformats.org/officeDocument/2006/relationships/tags" Target="../tags/tag258.xml"/><Relationship Id="rId12" Type="http://schemas.openxmlformats.org/officeDocument/2006/relationships/tags" Target="../tags/tag267.xml"/><Relationship Id="rId17" Type="http://schemas.openxmlformats.org/officeDocument/2006/relationships/tags" Target="../tags/tag272.xml"/><Relationship Id="rId25" Type="http://schemas.openxmlformats.org/officeDocument/2006/relationships/tags" Target="../tags/tag280.xml"/><Relationship Id="rId33" Type="http://schemas.openxmlformats.org/officeDocument/2006/relationships/tags" Target="../tags/tag288.xml"/><Relationship Id="rId38" Type="http://schemas.openxmlformats.org/officeDocument/2006/relationships/tags" Target="../tags/tag293.xml"/><Relationship Id="rId46" Type="http://schemas.openxmlformats.org/officeDocument/2006/relationships/image" Target="../media/image102.png"/><Relationship Id="rId20" Type="http://schemas.openxmlformats.org/officeDocument/2006/relationships/tags" Target="../tags/tag275.xml"/><Relationship Id="rId41" Type="http://schemas.openxmlformats.org/officeDocument/2006/relationships/slideLayout" Target="../slideLayouts/slideLayout1.xml"/><Relationship Id="rId54" Type="http://schemas.openxmlformats.org/officeDocument/2006/relationships/image" Target="../media/image10.png"/><Relationship Id="rId1" Type="http://schemas.openxmlformats.org/officeDocument/2006/relationships/tags" Target="../tags/tag256.xml"/><Relationship Id="rId6" Type="http://schemas.openxmlformats.org/officeDocument/2006/relationships/tags" Target="../tags/tag261.xml"/><Relationship Id="rId15" Type="http://schemas.openxmlformats.org/officeDocument/2006/relationships/tags" Target="../tags/tag270.xml"/><Relationship Id="rId23" Type="http://schemas.openxmlformats.org/officeDocument/2006/relationships/tags" Target="../tags/tag278.xml"/><Relationship Id="rId28" Type="http://schemas.openxmlformats.org/officeDocument/2006/relationships/tags" Target="../tags/tag283.xml"/><Relationship Id="rId36" Type="http://schemas.openxmlformats.org/officeDocument/2006/relationships/tags" Target="../tags/tag291.xml"/><Relationship Id="rId49" Type="http://schemas.openxmlformats.org/officeDocument/2006/relationships/image" Target="../media/image10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301.xml"/><Relationship Id="rId7" Type="http://schemas.openxmlformats.org/officeDocument/2006/relationships/image" Target="../media/image10.png"/><Relationship Id="rId2" Type="http://schemas.openxmlformats.org/officeDocument/2006/relationships/tags" Target="../tags/tag300.xml"/><Relationship Id="rId1" Type="http://schemas.openxmlformats.org/officeDocument/2006/relationships/tags" Target="../tags/tag299.xml"/><Relationship Id="rId6" Type="http://schemas.openxmlformats.org/officeDocument/2006/relationships/image" Target="../media/image110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tags" Target="../tags/tag307.xml"/><Relationship Id="rId7" Type="http://schemas.openxmlformats.org/officeDocument/2006/relationships/image" Target="../media/image11.png"/><Relationship Id="rId2" Type="http://schemas.openxmlformats.org/officeDocument/2006/relationships/tags" Target="../tags/tag306.xml"/><Relationship Id="rId1" Type="http://schemas.openxmlformats.org/officeDocument/2006/relationships/tags" Target="../tags/tag305.xml"/><Relationship Id="rId6" Type="http://schemas.openxmlformats.org/officeDocument/2006/relationships/image" Target="../media/image10.png"/><Relationship Id="rId5" Type="http://schemas.openxmlformats.org/officeDocument/2006/relationships/notesSlide" Target="../notesSlides/notesSlide13.xml"/><Relationship Id="rId10" Type="http://schemas.openxmlformats.org/officeDocument/2006/relationships/image" Target="../media/image113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313.xml"/><Relationship Id="rId7" Type="http://schemas.openxmlformats.org/officeDocument/2006/relationships/image" Target="../media/image10.png"/><Relationship Id="rId2" Type="http://schemas.openxmlformats.org/officeDocument/2006/relationships/tags" Target="../tags/tag312.xml"/><Relationship Id="rId1" Type="http://schemas.openxmlformats.org/officeDocument/2006/relationships/tags" Target="../tags/tag311.xml"/><Relationship Id="rId6" Type="http://schemas.openxmlformats.org/officeDocument/2006/relationships/image" Target="../media/image114.png"/><Relationship Id="rId5" Type="http://schemas.openxmlformats.org/officeDocument/2006/relationships/notesSlide" Target="../notesSlides/notesSlide14.xml"/><Relationship Id="rId10" Type="http://schemas.openxmlformats.org/officeDocument/2006/relationships/image" Target="../media/image116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15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329.xml"/><Relationship Id="rId18" Type="http://schemas.openxmlformats.org/officeDocument/2006/relationships/tags" Target="../tags/tag334.xml"/><Relationship Id="rId26" Type="http://schemas.openxmlformats.org/officeDocument/2006/relationships/tags" Target="../tags/tag342.xml"/><Relationship Id="rId39" Type="http://schemas.openxmlformats.org/officeDocument/2006/relationships/image" Target="../media/image118.svg"/><Relationship Id="rId21" Type="http://schemas.openxmlformats.org/officeDocument/2006/relationships/tags" Target="../tags/tag337.xml"/><Relationship Id="rId34" Type="http://schemas.openxmlformats.org/officeDocument/2006/relationships/tags" Target="../tags/tag350.xml"/><Relationship Id="rId42" Type="http://schemas.openxmlformats.org/officeDocument/2006/relationships/image" Target="../media/image121.png"/><Relationship Id="rId47" Type="http://schemas.openxmlformats.org/officeDocument/2006/relationships/image" Target="../media/image126.svg"/><Relationship Id="rId50" Type="http://schemas.openxmlformats.org/officeDocument/2006/relationships/image" Target="../media/image10.png"/><Relationship Id="rId7" Type="http://schemas.openxmlformats.org/officeDocument/2006/relationships/tags" Target="../tags/tag323.xml"/><Relationship Id="rId2" Type="http://schemas.openxmlformats.org/officeDocument/2006/relationships/tags" Target="../tags/tag318.xml"/><Relationship Id="rId16" Type="http://schemas.openxmlformats.org/officeDocument/2006/relationships/tags" Target="../tags/tag332.xml"/><Relationship Id="rId29" Type="http://schemas.openxmlformats.org/officeDocument/2006/relationships/tags" Target="../tags/tag345.xml"/><Relationship Id="rId11" Type="http://schemas.openxmlformats.org/officeDocument/2006/relationships/tags" Target="../tags/tag327.xml"/><Relationship Id="rId24" Type="http://schemas.openxmlformats.org/officeDocument/2006/relationships/tags" Target="../tags/tag340.xml"/><Relationship Id="rId32" Type="http://schemas.openxmlformats.org/officeDocument/2006/relationships/tags" Target="../tags/tag348.xml"/><Relationship Id="rId37" Type="http://schemas.openxmlformats.org/officeDocument/2006/relationships/image" Target="../media/image11.png"/><Relationship Id="rId40" Type="http://schemas.openxmlformats.org/officeDocument/2006/relationships/image" Target="../media/image119.png"/><Relationship Id="rId45" Type="http://schemas.openxmlformats.org/officeDocument/2006/relationships/image" Target="../media/image124.svg"/><Relationship Id="rId5" Type="http://schemas.openxmlformats.org/officeDocument/2006/relationships/tags" Target="../tags/tag321.xml"/><Relationship Id="rId15" Type="http://schemas.openxmlformats.org/officeDocument/2006/relationships/tags" Target="../tags/tag331.xml"/><Relationship Id="rId23" Type="http://schemas.openxmlformats.org/officeDocument/2006/relationships/tags" Target="../tags/tag339.xml"/><Relationship Id="rId28" Type="http://schemas.openxmlformats.org/officeDocument/2006/relationships/tags" Target="../tags/tag344.xml"/><Relationship Id="rId36" Type="http://schemas.openxmlformats.org/officeDocument/2006/relationships/notesSlide" Target="../notesSlides/notesSlide15.xml"/><Relationship Id="rId49" Type="http://schemas.openxmlformats.org/officeDocument/2006/relationships/image" Target="../media/image128.svg"/><Relationship Id="rId10" Type="http://schemas.openxmlformats.org/officeDocument/2006/relationships/tags" Target="../tags/tag326.xml"/><Relationship Id="rId19" Type="http://schemas.openxmlformats.org/officeDocument/2006/relationships/tags" Target="../tags/tag335.xml"/><Relationship Id="rId31" Type="http://schemas.openxmlformats.org/officeDocument/2006/relationships/tags" Target="../tags/tag347.xml"/><Relationship Id="rId44" Type="http://schemas.openxmlformats.org/officeDocument/2006/relationships/image" Target="../media/image123.png"/><Relationship Id="rId4" Type="http://schemas.openxmlformats.org/officeDocument/2006/relationships/tags" Target="../tags/tag320.xml"/><Relationship Id="rId9" Type="http://schemas.openxmlformats.org/officeDocument/2006/relationships/tags" Target="../tags/tag325.xml"/><Relationship Id="rId14" Type="http://schemas.openxmlformats.org/officeDocument/2006/relationships/tags" Target="../tags/tag330.xml"/><Relationship Id="rId22" Type="http://schemas.openxmlformats.org/officeDocument/2006/relationships/tags" Target="../tags/tag338.xml"/><Relationship Id="rId27" Type="http://schemas.openxmlformats.org/officeDocument/2006/relationships/tags" Target="../tags/tag343.xml"/><Relationship Id="rId30" Type="http://schemas.openxmlformats.org/officeDocument/2006/relationships/tags" Target="../tags/tag346.xml"/><Relationship Id="rId35" Type="http://schemas.openxmlformats.org/officeDocument/2006/relationships/slideLayout" Target="../slideLayouts/slideLayout1.xml"/><Relationship Id="rId43" Type="http://schemas.openxmlformats.org/officeDocument/2006/relationships/image" Target="../media/image122.svg"/><Relationship Id="rId48" Type="http://schemas.openxmlformats.org/officeDocument/2006/relationships/image" Target="../media/image127.png"/><Relationship Id="rId8" Type="http://schemas.openxmlformats.org/officeDocument/2006/relationships/tags" Target="../tags/tag324.xml"/><Relationship Id="rId3" Type="http://schemas.openxmlformats.org/officeDocument/2006/relationships/tags" Target="../tags/tag319.xml"/><Relationship Id="rId12" Type="http://schemas.openxmlformats.org/officeDocument/2006/relationships/tags" Target="../tags/tag328.xml"/><Relationship Id="rId17" Type="http://schemas.openxmlformats.org/officeDocument/2006/relationships/tags" Target="../tags/tag333.xml"/><Relationship Id="rId25" Type="http://schemas.openxmlformats.org/officeDocument/2006/relationships/tags" Target="../tags/tag341.xml"/><Relationship Id="rId33" Type="http://schemas.openxmlformats.org/officeDocument/2006/relationships/tags" Target="../tags/tag349.xml"/><Relationship Id="rId38" Type="http://schemas.openxmlformats.org/officeDocument/2006/relationships/image" Target="../media/image117.png"/><Relationship Id="rId46" Type="http://schemas.openxmlformats.org/officeDocument/2006/relationships/image" Target="../media/image125.png"/><Relationship Id="rId20" Type="http://schemas.openxmlformats.org/officeDocument/2006/relationships/tags" Target="../tags/tag336.xml"/><Relationship Id="rId41" Type="http://schemas.openxmlformats.org/officeDocument/2006/relationships/image" Target="../media/image120.svg"/><Relationship Id="rId1" Type="http://schemas.openxmlformats.org/officeDocument/2006/relationships/tags" Target="../tags/tag317.xml"/><Relationship Id="rId6" Type="http://schemas.openxmlformats.org/officeDocument/2006/relationships/tags" Target="../tags/tag322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366.xml"/><Relationship Id="rId18" Type="http://schemas.openxmlformats.org/officeDocument/2006/relationships/tags" Target="../tags/tag371.xml"/><Relationship Id="rId26" Type="http://schemas.openxmlformats.org/officeDocument/2006/relationships/tags" Target="../tags/tag379.xml"/><Relationship Id="rId21" Type="http://schemas.openxmlformats.org/officeDocument/2006/relationships/tags" Target="../tags/tag374.xml"/><Relationship Id="rId34" Type="http://schemas.openxmlformats.org/officeDocument/2006/relationships/image" Target="../media/image132.svg"/><Relationship Id="rId7" Type="http://schemas.openxmlformats.org/officeDocument/2006/relationships/tags" Target="../tags/tag360.xml"/><Relationship Id="rId12" Type="http://schemas.openxmlformats.org/officeDocument/2006/relationships/tags" Target="../tags/tag365.xml"/><Relationship Id="rId17" Type="http://schemas.openxmlformats.org/officeDocument/2006/relationships/tags" Target="../tags/tag370.xml"/><Relationship Id="rId25" Type="http://schemas.openxmlformats.org/officeDocument/2006/relationships/tags" Target="../tags/tag378.xml"/><Relationship Id="rId33" Type="http://schemas.openxmlformats.org/officeDocument/2006/relationships/image" Target="../media/image131.png"/><Relationship Id="rId2" Type="http://schemas.openxmlformats.org/officeDocument/2006/relationships/tags" Target="../tags/tag355.xml"/><Relationship Id="rId16" Type="http://schemas.openxmlformats.org/officeDocument/2006/relationships/tags" Target="../tags/tag369.xml"/><Relationship Id="rId20" Type="http://schemas.openxmlformats.org/officeDocument/2006/relationships/tags" Target="../tags/tag373.xml"/><Relationship Id="rId29" Type="http://schemas.openxmlformats.org/officeDocument/2006/relationships/notesSlide" Target="../notesSlides/notesSlide16.xml"/><Relationship Id="rId1" Type="http://schemas.openxmlformats.org/officeDocument/2006/relationships/tags" Target="../tags/tag354.xml"/><Relationship Id="rId6" Type="http://schemas.openxmlformats.org/officeDocument/2006/relationships/tags" Target="../tags/tag359.xml"/><Relationship Id="rId11" Type="http://schemas.openxmlformats.org/officeDocument/2006/relationships/tags" Target="../tags/tag364.xml"/><Relationship Id="rId24" Type="http://schemas.openxmlformats.org/officeDocument/2006/relationships/tags" Target="../tags/tag377.xml"/><Relationship Id="rId32" Type="http://schemas.openxmlformats.org/officeDocument/2006/relationships/image" Target="../media/image11.png"/><Relationship Id="rId37" Type="http://schemas.openxmlformats.org/officeDocument/2006/relationships/image" Target="../media/image10.png"/><Relationship Id="rId5" Type="http://schemas.openxmlformats.org/officeDocument/2006/relationships/tags" Target="../tags/tag358.xml"/><Relationship Id="rId15" Type="http://schemas.openxmlformats.org/officeDocument/2006/relationships/tags" Target="../tags/tag368.xml"/><Relationship Id="rId23" Type="http://schemas.openxmlformats.org/officeDocument/2006/relationships/tags" Target="../tags/tag376.xml"/><Relationship Id="rId28" Type="http://schemas.openxmlformats.org/officeDocument/2006/relationships/slideLayout" Target="../slideLayouts/slideLayout1.xml"/><Relationship Id="rId36" Type="http://schemas.openxmlformats.org/officeDocument/2006/relationships/image" Target="../media/image134.png"/><Relationship Id="rId10" Type="http://schemas.openxmlformats.org/officeDocument/2006/relationships/tags" Target="../tags/tag363.xml"/><Relationship Id="rId19" Type="http://schemas.openxmlformats.org/officeDocument/2006/relationships/tags" Target="../tags/tag372.xml"/><Relationship Id="rId31" Type="http://schemas.openxmlformats.org/officeDocument/2006/relationships/image" Target="../media/image130.svg"/><Relationship Id="rId4" Type="http://schemas.openxmlformats.org/officeDocument/2006/relationships/tags" Target="../tags/tag357.xml"/><Relationship Id="rId9" Type="http://schemas.openxmlformats.org/officeDocument/2006/relationships/tags" Target="../tags/tag362.xml"/><Relationship Id="rId14" Type="http://schemas.openxmlformats.org/officeDocument/2006/relationships/tags" Target="../tags/tag367.xml"/><Relationship Id="rId22" Type="http://schemas.openxmlformats.org/officeDocument/2006/relationships/tags" Target="../tags/tag375.xml"/><Relationship Id="rId27" Type="http://schemas.openxmlformats.org/officeDocument/2006/relationships/tags" Target="../tags/tag380.xml"/><Relationship Id="rId30" Type="http://schemas.openxmlformats.org/officeDocument/2006/relationships/image" Target="../media/image129.png"/><Relationship Id="rId35" Type="http://schemas.openxmlformats.org/officeDocument/2006/relationships/image" Target="../media/image133.png"/><Relationship Id="rId8" Type="http://schemas.openxmlformats.org/officeDocument/2006/relationships/tags" Target="../tags/tag361.xml"/><Relationship Id="rId3" Type="http://schemas.openxmlformats.org/officeDocument/2006/relationships/tags" Target="../tags/tag35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svg"/><Relationship Id="rId13" Type="http://schemas.openxmlformats.org/officeDocument/2006/relationships/image" Target="../media/image10.png"/><Relationship Id="rId3" Type="http://schemas.openxmlformats.org/officeDocument/2006/relationships/tags" Target="../tags/tag386.xml"/><Relationship Id="rId7" Type="http://schemas.openxmlformats.org/officeDocument/2006/relationships/image" Target="../media/image129.png"/><Relationship Id="rId12" Type="http://schemas.openxmlformats.org/officeDocument/2006/relationships/image" Target="../media/image137.png"/><Relationship Id="rId2" Type="http://schemas.openxmlformats.org/officeDocument/2006/relationships/tags" Target="../tags/tag385.xml"/><Relationship Id="rId1" Type="http://schemas.openxmlformats.org/officeDocument/2006/relationships/tags" Target="../tags/tag384.xml"/><Relationship Id="rId6" Type="http://schemas.openxmlformats.org/officeDocument/2006/relationships/notesSlide" Target="../notesSlides/notesSlide17.xml"/><Relationship Id="rId11" Type="http://schemas.openxmlformats.org/officeDocument/2006/relationships/image" Target="../media/image136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135.png"/><Relationship Id="rId4" Type="http://schemas.openxmlformats.org/officeDocument/2006/relationships/tags" Target="../tags/tag387.xml"/><Relationship Id="rId9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403.xml"/><Relationship Id="rId18" Type="http://schemas.openxmlformats.org/officeDocument/2006/relationships/tags" Target="../tags/tag408.xml"/><Relationship Id="rId26" Type="http://schemas.openxmlformats.org/officeDocument/2006/relationships/notesSlide" Target="../notesSlides/notesSlide18.xml"/><Relationship Id="rId3" Type="http://schemas.openxmlformats.org/officeDocument/2006/relationships/tags" Target="../tags/tag393.xml"/><Relationship Id="rId21" Type="http://schemas.openxmlformats.org/officeDocument/2006/relationships/tags" Target="../tags/tag411.xml"/><Relationship Id="rId34" Type="http://schemas.openxmlformats.org/officeDocument/2006/relationships/image" Target="../media/image10.png"/><Relationship Id="rId7" Type="http://schemas.openxmlformats.org/officeDocument/2006/relationships/tags" Target="../tags/tag397.xml"/><Relationship Id="rId12" Type="http://schemas.openxmlformats.org/officeDocument/2006/relationships/tags" Target="../tags/tag402.xml"/><Relationship Id="rId17" Type="http://schemas.openxmlformats.org/officeDocument/2006/relationships/tags" Target="../tags/tag407.xml"/><Relationship Id="rId25" Type="http://schemas.openxmlformats.org/officeDocument/2006/relationships/slideLayout" Target="../slideLayouts/slideLayout1.xml"/><Relationship Id="rId33" Type="http://schemas.openxmlformats.org/officeDocument/2006/relationships/image" Target="../media/image143.svg"/><Relationship Id="rId2" Type="http://schemas.openxmlformats.org/officeDocument/2006/relationships/tags" Target="../tags/tag392.xml"/><Relationship Id="rId16" Type="http://schemas.openxmlformats.org/officeDocument/2006/relationships/tags" Target="../tags/tag406.xml"/><Relationship Id="rId20" Type="http://schemas.openxmlformats.org/officeDocument/2006/relationships/tags" Target="../tags/tag410.xml"/><Relationship Id="rId29" Type="http://schemas.openxmlformats.org/officeDocument/2006/relationships/image" Target="../media/image11.png"/><Relationship Id="rId1" Type="http://schemas.openxmlformats.org/officeDocument/2006/relationships/tags" Target="../tags/tag391.xml"/><Relationship Id="rId6" Type="http://schemas.openxmlformats.org/officeDocument/2006/relationships/tags" Target="../tags/tag396.xml"/><Relationship Id="rId11" Type="http://schemas.openxmlformats.org/officeDocument/2006/relationships/tags" Target="../tags/tag401.xml"/><Relationship Id="rId24" Type="http://schemas.openxmlformats.org/officeDocument/2006/relationships/tags" Target="../tags/tag414.xml"/><Relationship Id="rId32" Type="http://schemas.openxmlformats.org/officeDocument/2006/relationships/image" Target="../media/image142.png"/><Relationship Id="rId5" Type="http://schemas.openxmlformats.org/officeDocument/2006/relationships/tags" Target="../tags/tag395.xml"/><Relationship Id="rId15" Type="http://schemas.openxmlformats.org/officeDocument/2006/relationships/tags" Target="../tags/tag405.xml"/><Relationship Id="rId23" Type="http://schemas.openxmlformats.org/officeDocument/2006/relationships/tags" Target="../tags/tag413.xml"/><Relationship Id="rId28" Type="http://schemas.openxmlformats.org/officeDocument/2006/relationships/image" Target="../media/image139.svg"/><Relationship Id="rId10" Type="http://schemas.openxmlformats.org/officeDocument/2006/relationships/tags" Target="../tags/tag400.xml"/><Relationship Id="rId19" Type="http://schemas.openxmlformats.org/officeDocument/2006/relationships/tags" Target="../tags/tag409.xml"/><Relationship Id="rId31" Type="http://schemas.openxmlformats.org/officeDocument/2006/relationships/image" Target="../media/image141.svg"/><Relationship Id="rId4" Type="http://schemas.openxmlformats.org/officeDocument/2006/relationships/tags" Target="../tags/tag394.xml"/><Relationship Id="rId9" Type="http://schemas.openxmlformats.org/officeDocument/2006/relationships/tags" Target="../tags/tag399.xml"/><Relationship Id="rId14" Type="http://schemas.openxmlformats.org/officeDocument/2006/relationships/tags" Target="../tags/tag404.xml"/><Relationship Id="rId22" Type="http://schemas.openxmlformats.org/officeDocument/2006/relationships/tags" Target="../tags/tag412.xml"/><Relationship Id="rId27" Type="http://schemas.openxmlformats.org/officeDocument/2006/relationships/image" Target="../media/image138.png"/><Relationship Id="rId30" Type="http://schemas.openxmlformats.org/officeDocument/2006/relationships/image" Target="../media/image140.png"/><Relationship Id="rId8" Type="http://schemas.openxmlformats.org/officeDocument/2006/relationships/tags" Target="../tags/tag39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425.xml"/><Relationship Id="rId13" Type="http://schemas.openxmlformats.org/officeDocument/2006/relationships/image" Target="../media/image146.png"/><Relationship Id="rId3" Type="http://schemas.openxmlformats.org/officeDocument/2006/relationships/tags" Target="../tags/tag420.xml"/><Relationship Id="rId7" Type="http://schemas.openxmlformats.org/officeDocument/2006/relationships/tags" Target="../tags/tag424.xml"/><Relationship Id="rId12" Type="http://schemas.openxmlformats.org/officeDocument/2006/relationships/image" Target="../media/image145.png"/><Relationship Id="rId2" Type="http://schemas.openxmlformats.org/officeDocument/2006/relationships/tags" Target="../tags/tag419.xml"/><Relationship Id="rId1" Type="http://schemas.openxmlformats.org/officeDocument/2006/relationships/tags" Target="../tags/tag418.xml"/><Relationship Id="rId6" Type="http://schemas.openxmlformats.org/officeDocument/2006/relationships/tags" Target="../tags/tag423.xml"/><Relationship Id="rId11" Type="http://schemas.openxmlformats.org/officeDocument/2006/relationships/image" Target="../media/image144.png"/><Relationship Id="rId5" Type="http://schemas.openxmlformats.org/officeDocument/2006/relationships/tags" Target="../tags/tag422.xml"/><Relationship Id="rId10" Type="http://schemas.openxmlformats.org/officeDocument/2006/relationships/notesSlide" Target="../notesSlides/notesSlide19.xml"/><Relationship Id="rId4" Type="http://schemas.openxmlformats.org/officeDocument/2006/relationships/tags" Target="../tags/tag421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1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d4f14a91110eed80d95e9ee835151177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26" y="1736370"/>
            <a:ext cx="10993549" cy="227683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68fe1269-8cc2-4116-97e6-2e27b97da75f_image_a64c0d0e401139dc71eb9cf1168afb74_14123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227" y="1736371"/>
            <a:ext cx="821803" cy="867934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68fe1269-8cc2-4116-97e6-2e27b97da75f_image_a378cef172703a1f795be372f0b9f638_141235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1778" y="3429000"/>
            <a:ext cx="1430995" cy="2106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38537" y="4526254"/>
            <a:ext cx="5057463" cy="14935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22"/>
              </a:lnSpc>
            </a:pPr>
            <a:r>
              <a:rPr lang="en-US" sz="1568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姓名：孟帅</a:t>
            </a:r>
            <a:r>
              <a:rPr lang="en-US" sz="1568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
学号：2021010910
</a:t>
            </a:r>
            <a:r>
              <a:rPr lang="en-US" sz="1568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导师：邬东璠</a:t>
            </a:r>
            <a:r>
              <a:rPr lang="en-US" sz="1568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
时间：2026.04.01</a:t>
            </a:r>
            <a:endParaRPr lang="en-US" sz="1568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1"/>
          <p:cNvSpPr/>
          <p:nvPr/>
        </p:nvSpPr>
        <p:spPr>
          <a:xfrm>
            <a:off x="1070329" y="2174656"/>
            <a:ext cx="10114925" cy="14650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基于多元大数据</a:t>
            </a:r>
            <a:r>
              <a:rPr lang="zh-CN" altLang="en-US" sz="36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的</a:t>
            </a:r>
            <a:r>
              <a:rPr lang="en-US" sz="3600" b="1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佛山市南海区文旅融合</a:t>
            </a:r>
            <a:r>
              <a:rPr lang="zh-CN" altLang="en-US" sz="36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研究</a:t>
            </a:r>
            <a:endParaRPr lang="en-US" sz="3600" b="1" dirty="0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DejaVu Sans"/>
            </a:endParaRPr>
          </a:p>
          <a:p>
            <a:r>
              <a:rPr lang="en-US" sz="312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</a:t>
            </a:r>
          </a:p>
          <a:p>
            <a:r>
              <a:rPr lang="en-US" altLang="zh-CN" sz="28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—— </a:t>
            </a:r>
            <a:r>
              <a:rPr lang="zh-CN" altLang="en-US" sz="28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中期汇报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DC0CF87B-110F-CA56-D8DD-317E3E92DF1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b0d84d28a4a112fb7b7c16311608c7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2114985"/>
            <a:ext cx="534653" cy="576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5193" y="2203596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2400"/>
          </a:p>
        </p:txBody>
      </p:sp>
      <p:pic>
        <p:nvPicPr>
          <p:cNvPr id="4" name="Image 1" descr="https://test.web.static.jianzeppt.com/ppt-temp-img3/1ed02f10db7c5635c754129181281a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581" y="2114985"/>
            <a:ext cx="4483299" cy="576064"/>
          </a:xfrm>
          <a:prstGeom prst="rect">
            <a:avLst/>
          </a:prstGeom>
        </p:spPr>
      </p:pic>
      <p:pic>
        <p:nvPicPr>
          <p:cNvPr id="5" name="Image 2" descr="https://test.web.static.jianzeppt.com/ppt-temp-img3/7998ecc2377d4e3d854d57a76ae707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2955078"/>
            <a:ext cx="534653" cy="57606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335193" y="3043688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2400"/>
          </a:p>
        </p:txBody>
      </p:sp>
      <p:pic>
        <p:nvPicPr>
          <p:cNvPr id="7" name="Image 3" descr="https://test.web.static.jianzeppt.com/ppt-temp-img3/c6d7efe6c1925dff1fa8f004888308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581" y="2955078"/>
            <a:ext cx="4483299" cy="576064"/>
          </a:xfrm>
          <a:prstGeom prst="rect">
            <a:avLst/>
          </a:prstGeom>
        </p:spPr>
      </p:pic>
      <p:pic>
        <p:nvPicPr>
          <p:cNvPr id="8" name="Image 4" descr="https://test.web.static.jianzeppt.com/ppt-temp-img3/923d9c88c34eaa9820eb238fda5fcf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3795171"/>
            <a:ext cx="534653" cy="576064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335193" y="3883783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2400"/>
          </a:p>
        </p:txBody>
      </p:sp>
      <p:pic>
        <p:nvPicPr>
          <p:cNvPr id="10" name="Image 5" descr="https://test.web.static.jianzeppt.com/ppt-temp-img3/7081aec65b7f50102d1d3db6f7085b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581" y="3795171"/>
            <a:ext cx="4483299" cy="576064"/>
          </a:xfrm>
          <a:prstGeom prst="rect">
            <a:avLst/>
          </a:prstGeom>
        </p:spPr>
      </p:pic>
      <p:pic>
        <p:nvPicPr>
          <p:cNvPr id="11" name="Image 6" descr="https://test.web.static.jianzeppt.com/ppt-temp-img3/4356689923ec96610cc104135acfe0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4635264"/>
            <a:ext cx="534653" cy="576064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5335193" y="4723876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2400"/>
          </a:p>
        </p:txBody>
      </p:sp>
      <p:pic>
        <p:nvPicPr>
          <p:cNvPr id="13" name="Image 7" descr="https://test.web.static.jianzeppt.com/ppt-temp-img3/ff02c804c53fd622aec5f74405d2679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9581" y="4635264"/>
            <a:ext cx="4483299" cy="576064"/>
          </a:xfrm>
          <a:prstGeom prst="rect">
            <a:avLst/>
          </a:prstGeom>
        </p:spPr>
      </p:pic>
      <p:pic>
        <p:nvPicPr>
          <p:cNvPr id="14" name="Image 8" descr="https://test.web.static.jianzeppt.com/ppt-temp-img3/edefb43071be60f0476eeabe42b3c28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257605"/>
            <a:ext cx="498190" cy="576064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741661" y="478098"/>
            <a:ext cx="1282402" cy="475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168"/>
              </a:lnSpc>
            </a:pPr>
            <a:r>
              <a:rPr lang="en-US" sz="5000" b="1" dirty="0" err="1">
                <a:solidFill>
                  <a:srgbClr val="483018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en-US" sz="5000" dirty="0"/>
          </a:p>
        </p:txBody>
      </p:sp>
      <p:sp>
        <p:nvSpPr>
          <p:cNvPr id="16" name="Text 5"/>
          <p:cNvSpPr/>
          <p:nvPr/>
        </p:nvSpPr>
        <p:spPr>
          <a:xfrm>
            <a:off x="5915657" y="3064209"/>
            <a:ext cx="43774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第二部分</a:t>
            </a:r>
            <a:r>
              <a:rPr 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</a:rPr>
              <a:t>数据与语料</a:t>
            </a:r>
          </a:p>
        </p:txBody>
      </p:sp>
      <p:sp>
        <p:nvSpPr>
          <p:cNvPr id="17" name="Text 6"/>
          <p:cNvSpPr/>
          <p:nvPr/>
        </p:nvSpPr>
        <p:spPr>
          <a:xfrm>
            <a:off x="5906459" y="2224114"/>
            <a:ext cx="43866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第一部分</a:t>
            </a:r>
            <a:r>
              <a:rPr 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研究回顾</a:t>
            </a:r>
            <a:endParaRPr lang="en-US" sz="2016" dirty="0"/>
          </a:p>
        </p:txBody>
      </p:sp>
      <p:sp>
        <p:nvSpPr>
          <p:cNvPr id="18" name="Text 7"/>
          <p:cNvSpPr/>
          <p:nvPr/>
        </p:nvSpPr>
        <p:spPr>
          <a:xfrm>
            <a:off x="5906459" y="3904301"/>
            <a:ext cx="441421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第三部分</a:t>
            </a:r>
            <a:r>
              <a:rPr 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知识图谱构建</a:t>
            </a:r>
            <a:endParaRPr lang="zh-CN" altLang="en-US" sz="2016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9" name="Text 8"/>
          <p:cNvSpPr/>
          <p:nvPr/>
        </p:nvSpPr>
        <p:spPr>
          <a:xfrm>
            <a:off x="5906459" y="4744394"/>
            <a:ext cx="43866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第四部分</a:t>
            </a:r>
            <a:r>
              <a:rPr 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图谱耦合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FBD04B63-3983-D778-E336-DA2A6117A6C9}"/>
              </a:ext>
            </a:extLst>
          </p:cNvPr>
          <p:cNvSpPr/>
          <p:nvPr/>
        </p:nvSpPr>
        <p:spPr>
          <a:xfrm>
            <a:off x="1169862" y="3429299"/>
            <a:ext cx="3202352" cy="475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168"/>
              </a:lnSpc>
            </a:pPr>
            <a:r>
              <a:rPr lang="en-US" altLang="zh-CN" sz="5000" b="1" dirty="0">
                <a:solidFill>
                  <a:srgbClr val="483018"/>
                </a:solidFill>
                <a:latin typeface="微软雅黑"/>
                <a:ea typeface="微软雅黑"/>
              </a:rPr>
              <a:t>CONTENT</a:t>
            </a:r>
            <a:endParaRPr lang="en-US" sz="5000" dirty="0"/>
          </a:p>
        </p:txBody>
      </p:sp>
      <p:pic>
        <p:nvPicPr>
          <p:cNvPr id="22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59DDB04B-ED2B-7DF8-3217-14B4D99D06F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335360" y="203042"/>
            <a:ext cx="65708" cy="711358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42" name="组合 41"/>
          <p:cNvGrpSpPr/>
          <p:nvPr>
            <p:custDataLst>
              <p:tags r:id="rId3"/>
            </p:custDataLst>
          </p:nvPr>
        </p:nvGrpSpPr>
        <p:grpSpPr>
          <a:xfrm>
            <a:off x="610802" y="1400672"/>
            <a:ext cx="4283455" cy="332753"/>
            <a:chOff x="-635000" y="-635000"/>
            <a:chExt cx="4283455" cy="332753"/>
          </a:xfrm>
        </p:grpSpPr>
        <p:pic>
          <p:nvPicPr>
            <p:cNvPr id="43" name="Image 2" descr="TEMP_Z_ORDER_3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-635000" y="-331048"/>
              <a:ext cx="4283455" cy="28801"/>
            </a:xfrm>
            <a:prstGeom prst="rect">
              <a:avLst/>
            </a:prstGeom>
          </p:spPr>
        </p:pic>
        <p:pic>
          <p:nvPicPr>
            <p:cNvPr id="44" name="Image 3" descr="TEMP_Z_ORDER_4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-635000" y="-635000"/>
              <a:ext cx="153061" cy="153062"/>
            </a:xfrm>
            <a:prstGeom prst="rect">
              <a:avLst/>
            </a:prstGeom>
          </p:spPr>
        </p:pic>
      </p:grpSp>
      <p:grpSp>
        <p:nvGrpSpPr>
          <p:cNvPr id="35" name="组合 34"/>
          <p:cNvGrpSpPr/>
          <p:nvPr>
            <p:custDataLst>
              <p:tags r:id="rId4"/>
            </p:custDataLst>
          </p:nvPr>
        </p:nvGrpSpPr>
        <p:grpSpPr>
          <a:xfrm>
            <a:off x="610802" y="4515730"/>
            <a:ext cx="4283455" cy="332753"/>
            <a:chOff x="-635000" y="-635000"/>
            <a:chExt cx="4283455" cy="332753"/>
          </a:xfrm>
        </p:grpSpPr>
        <p:pic>
          <p:nvPicPr>
            <p:cNvPr id="36" name="Image 4" descr="TEMP_Z_ORDER_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-635000" y="-331047"/>
              <a:ext cx="4283455" cy="28800"/>
            </a:xfrm>
            <a:prstGeom prst="rect">
              <a:avLst/>
            </a:prstGeom>
          </p:spPr>
        </p:pic>
        <p:pic>
          <p:nvPicPr>
            <p:cNvPr id="37" name="Image 5" descr="TEMP_Z_ORDER_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-635000" y="-635000"/>
              <a:ext cx="153061" cy="153062"/>
            </a:xfrm>
            <a:prstGeom prst="rect">
              <a:avLst/>
            </a:prstGeom>
          </p:spPr>
        </p:pic>
      </p:grpSp>
      <p:grpSp>
        <p:nvGrpSpPr>
          <p:cNvPr id="38" name="组合 37"/>
          <p:cNvGrpSpPr/>
          <p:nvPr>
            <p:custDataLst>
              <p:tags r:id="rId5"/>
            </p:custDataLst>
          </p:nvPr>
        </p:nvGrpSpPr>
        <p:grpSpPr>
          <a:xfrm>
            <a:off x="901488" y="4433789"/>
            <a:ext cx="3911913" cy="316944"/>
            <a:chOff x="-635000" y="-635000"/>
            <a:chExt cx="3911913" cy="316944"/>
          </a:xfrm>
        </p:grpSpPr>
        <p:sp>
          <p:nvSpPr>
            <p:cNvPr id="39" name="Text 3" descr="TEMP_Z_ORDER_14"/>
            <p:cNvSpPr/>
            <p:nvPr>
              <p:custDataLst>
                <p:tags r:id="rId17"/>
              </p:custDataLst>
            </p:nvPr>
          </p:nvSpPr>
          <p:spPr>
            <a:xfrm>
              <a:off x="-635000" y="-632554"/>
              <a:ext cx="3911913" cy="31205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496"/>
                </a:lnSpc>
              </a:pPr>
              <a:r>
                <a:rPr lang="en-US" sz="2000" b="1" dirty="0" err="1">
                  <a:solidFill>
                    <a:srgbClr val="5A0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核心问题</a:t>
              </a:r>
              <a:endParaRPr lang="en-US" sz="2000" b="1" dirty="0">
                <a:solidFill>
                  <a:srgbClr val="5A076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>
            <p:custDataLst>
              <p:tags r:id="rId6"/>
            </p:custDataLst>
          </p:nvPr>
        </p:nvGrpSpPr>
        <p:grpSpPr>
          <a:xfrm>
            <a:off x="691896" y="4987930"/>
            <a:ext cx="4202361" cy="699294"/>
            <a:chOff x="-552704" y="-631725"/>
            <a:chExt cx="4202361" cy="699294"/>
          </a:xfrm>
        </p:grpSpPr>
        <p:sp>
          <p:nvSpPr>
            <p:cNvPr id="41" name="Text 5" descr="TEMP_Z_ORDER_16"/>
            <p:cNvSpPr/>
            <p:nvPr>
              <p:custDataLst>
                <p:tags r:id="rId16"/>
              </p:custDataLst>
            </p:nvPr>
          </p:nvSpPr>
          <p:spPr>
            <a:xfrm>
              <a:off x="-552704" y="-631725"/>
              <a:ext cx="4202361" cy="69929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dirty="0" err="1">
                  <a:solidFill>
                    <a:srgbClr val="54545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南海区文化遗产与旅游产品之间存在怎样的对应、错位和缺失？如何量化</a:t>
              </a:r>
              <a:r>
                <a:rPr lang="en-US" sz="1600" dirty="0">
                  <a:solidFill>
                    <a:srgbClr val="54545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5" name="组合 44"/>
          <p:cNvGrpSpPr/>
          <p:nvPr>
            <p:custDataLst>
              <p:tags r:id="rId7"/>
            </p:custDataLst>
          </p:nvPr>
        </p:nvGrpSpPr>
        <p:grpSpPr>
          <a:xfrm>
            <a:off x="901488" y="1327675"/>
            <a:ext cx="3911913" cy="299056"/>
            <a:chOff x="-635000" y="-626056"/>
            <a:chExt cx="3911913" cy="299056"/>
          </a:xfrm>
        </p:grpSpPr>
        <p:sp>
          <p:nvSpPr>
            <p:cNvPr id="46" name="Text 6" descr="TEMP_Z_ORDER_17"/>
            <p:cNvSpPr/>
            <p:nvPr>
              <p:custDataLst>
                <p:tags r:id="rId15"/>
              </p:custDataLst>
            </p:nvPr>
          </p:nvSpPr>
          <p:spPr>
            <a:xfrm>
              <a:off x="-635000" y="-626056"/>
              <a:ext cx="3911913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2000" b="1" dirty="0" err="1">
                  <a:solidFill>
                    <a:srgbClr val="5A0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背景关键词</a:t>
              </a:r>
              <a:endParaRPr 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Text 7"/>
          <p:cNvSpPr/>
          <p:nvPr>
            <p:custDataLst>
              <p:tags r:id="rId8"/>
            </p:custDataLst>
          </p:nvPr>
        </p:nvSpPr>
        <p:spPr>
          <a:xfrm>
            <a:off x="487680" y="366834"/>
            <a:ext cx="2712720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en-US" sz="2800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423DBC-5848-F9C7-DD0F-10CD310815CE}"/>
              </a:ext>
            </a:extLst>
          </p:cNvPr>
          <p:cNvSpPr txBox="1"/>
          <p:nvPr/>
        </p:nvSpPr>
        <p:spPr>
          <a:xfrm>
            <a:off x="685800" y="1817240"/>
            <a:ext cx="5105400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 err="1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政策导向</a:t>
            </a:r>
            <a:r>
              <a:rPr lang="en-US" altLang="zh-CN" dirty="0" err="1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（文旅融合"十四五"战略</a:t>
            </a:r>
            <a:r>
              <a:rPr lang="en-US" altLang="zh-CN" dirty="0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 err="1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技术驱动</a:t>
            </a:r>
            <a:r>
              <a:rPr lang="en-US" altLang="zh-CN" dirty="0" err="1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（LLM+知识图谱成熟</a:t>
            </a:r>
            <a:r>
              <a:rPr lang="en-US" altLang="zh-CN" dirty="0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区域禀赋</a:t>
            </a:r>
            <a:r>
              <a:rPr lang="en-US" altLang="zh-CN" dirty="0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（90项非遗/80处文物/12个名村）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 err="1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现实矛盾</a:t>
            </a:r>
            <a:r>
              <a:rPr lang="en-US" altLang="zh-CN" dirty="0" err="1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（文化沉淀</a:t>
            </a:r>
            <a:r>
              <a:rPr lang="en-US" altLang="zh-CN" dirty="0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vs </a:t>
            </a:r>
            <a:r>
              <a:rPr lang="en-US" altLang="zh-CN" dirty="0" err="1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旅游市场化衔接错位</a:t>
            </a:r>
            <a:r>
              <a:rPr lang="en-US" altLang="zh-CN" dirty="0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747C25-FF20-0811-F81B-00BAA55BF3FD}"/>
              </a:ext>
            </a:extLst>
          </p:cNvPr>
          <p:cNvSpPr txBox="1"/>
          <p:nvPr/>
        </p:nvSpPr>
        <p:spPr>
          <a:xfrm>
            <a:off x="6553200" y="1811576"/>
            <a:ext cx="4359655" cy="1712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构建基于多元大数据的文旅融合分析框架，通过“文化谱系”与“景点谱系”的对比分析，识别南海区文旅融合的特征、问题与潜力点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5CAB45-2A15-05A0-B232-09F8A79DFA4F}"/>
              </a:ext>
            </a:extLst>
          </p:cNvPr>
          <p:cNvSpPr txBox="1"/>
          <p:nvPr/>
        </p:nvSpPr>
        <p:spPr>
          <a:xfrm>
            <a:off x="6555219" y="4930244"/>
            <a:ext cx="4661321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研究区域为佛山市南海区。数据对象包括文化资源（典籍、非遗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）、</a:t>
            </a: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旅游资源（景点、评价）及相关空间信息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B9F4F50-9DDF-2B23-45EB-BD305103CD2F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6553200" y="1392093"/>
            <a:ext cx="4283455" cy="332753"/>
            <a:chOff x="-635000" y="-635000"/>
            <a:chExt cx="4283455" cy="332753"/>
          </a:xfrm>
        </p:grpSpPr>
        <p:pic>
          <p:nvPicPr>
            <p:cNvPr id="12" name="Image 2" descr="TEMP_Z_ORDER_3">
              <a:extLst>
                <a:ext uri="{FF2B5EF4-FFF2-40B4-BE49-F238E27FC236}">
                  <a16:creationId xmlns:a16="http://schemas.microsoft.com/office/drawing/2014/main" id="{04873BE8-7EF1-49BC-1F35-C6F915C49030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-635000" y="-331048"/>
              <a:ext cx="4283455" cy="28801"/>
            </a:xfrm>
            <a:prstGeom prst="rect">
              <a:avLst/>
            </a:prstGeom>
          </p:spPr>
        </p:pic>
        <p:pic>
          <p:nvPicPr>
            <p:cNvPr id="13" name="Image 3" descr="TEMP_Z_ORDER_4">
              <a:extLst>
                <a:ext uri="{FF2B5EF4-FFF2-40B4-BE49-F238E27FC236}">
                  <a16:creationId xmlns:a16="http://schemas.microsoft.com/office/drawing/2014/main" id="{15C8EC1E-6FCD-A3FC-C1CF-A983FA4AB979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-635000" y="-635000"/>
              <a:ext cx="153061" cy="153062"/>
            </a:xfrm>
            <a:prstGeom prst="rect">
              <a:avLst/>
            </a:prstGeom>
          </p:spPr>
        </p:pic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69693FD3-0D84-1BE1-AB9D-BCAC9838D17D}"/>
              </a:ext>
            </a:extLst>
          </p:cNvPr>
          <p:cNvSpPr txBox="1"/>
          <p:nvPr/>
        </p:nvSpPr>
        <p:spPr>
          <a:xfrm>
            <a:off x="6781800" y="1282803"/>
            <a:ext cx="6316020" cy="393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96"/>
              </a:lnSpc>
            </a:pPr>
            <a:r>
              <a:rPr lang="zh-CN" altLang="en-US" sz="2000" b="1" dirty="0">
                <a:solidFill>
                  <a:srgbClr val="5A07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  <a:endParaRPr lang="en-US" altLang="zh-CN" sz="2000" b="1" dirty="0">
              <a:solidFill>
                <a:srgbClr val="5A076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B7BA121-57F9-A1F6-FD3D-B15358DF0A38}"/>
              </a:ext>
            </a:extLst>
          </p:cNvPr>
          <p:cNvSpPr txBox="1"/>
          <p:nvPr/>
        </p:nvSpPr>
        <p:spPr>
          <a:xfrm>
            <a:off x="6872742" y="4375414"/>
            <a:ext cx="1219200" cy="393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96"/>
              </a:lnSpc>
            </a:pPr>
            <a:r>
              <a:rPr lang="zh-CN" altLang="en-US" sz="2000" b="1" dirty="0">
                <a:solidFill>
                  <a:srgbClr val="5A07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研究对象</a:t>
            </a:r>
            <a:endParaRPr lang="en-US" altLang="zh-CN" sz="2000" b="1" dirty="0">
              <a:solidFill>
                <a:srgbClr val="5A076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7B2D25F-79D5-9711-7152-959B06B8A7D4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553200" y="4515730"/>
            <a:ext cx="4283455" cy="332753"/>
            <a:chOff x="-635000" y="-635000"/>
            <a:chExt cx="4283455" cy="332753"/>
          </a:xfrm>
        </p:grpSpPr>
        <p:pic>
          <p:nvPicPr>
            <p:cNvPr id="19" name="Image 4" descr="TEMP_Z_ORDER_5">
              <a:extLst>
                <a:ext uri="{FF2B5EF4-FFF2-40B4-BE49-F238E27FC236}">
                  <a16:creationId xmlns:a16="http://schemas.microsoft.com/office/drawing/2014/main" id="{34F9F9B1-B9F7-654F-967A-84B6ECAB3D77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-635000" y="-331047"/>
              <a:ext cx="4283455" cy="28800"/>
            </a:xfrm>
            <a:prstGeom prst="rect">
              <a:avLst/>
            </a:prstGeom>
          </p:spPr>
        </p:pic>
        <p:pic>
          <p:nvPicPr>
            <p:cNvPr id="21" name="Image 5" descr="TEMP_Z_ORDER_6">
              <a:extLst>
                <a:ext uri="{FF2B5EF4-FFF2-40B4-BE49-F238E27FC236}">
                  <a16:creationId xmlns:a16="http://schemas.microsoft.com/office/drawing/2014/main" id="{ED006482-F603-C751-16AF-09112BD07FF7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-635000" y="-635000"/>
              <a:ext cx="153061" cy="15306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oss.jianzeppt.com/editablePptPic/isIllustration_1_isShadow_0/3bfed406-eb9e-4ba9-a577-ca582576238b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pic>
        <p:nvPicPr>
          <p:cNvPr id="4" name="Image 2" descr="https://test.web.static.jianzeppt.com/ppt-temp-img3/9c77023b2875fb32e2b8ebe730d79ee4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3686876" y="1566475"/>
            <a:ext cx="4041527" cy="4041521"/>
          </a:xfrm>
          <a:prstGeom prst="rect">
            <a:avLst/>
          </a:prstGeom>
        </p:spPr>
      </p:pic>
      <p:grpSp>
        <p:nvGrpSpPr>
          <p:cNvPr id="30" name="组合 29"/>
          <p:cNvGrpSpPr/>
          <p:nvPr>
            <p:custDataLst>
              <p:tags r:id="rId3"/>
            </p:custDataLst>
          </p:nvPr>
        </p:nvGrpSpPr>
        <p:grpSpPr>
          <a:xfrm>
            <a:off x="590061" y="1474498"/>
            <a:ext cx="820776" cy="820776"/>
            <a:chOff x="-635000" y="-635000"/>
            <a:chExt cx="820776" cy="820776"/>
          </a:xfrm>
        </p:grpSpPr>
        <p:pic>
          <p:nvPicPr>
            <p:cNvPr id="31" name="Image 3" descr="TEMP_Z_ORDER_3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44"/>
            <a:stretch>
              <a:fillRect/>
            </a:stretch>
          </p:blipFill>
          <p:spPr>
            <a:xfrm>
              <a:off x="-620033" y="-620033"/>
              <a:ext cx="790842" cy="790842"/>
            </a:xfrm>
            <a:prstGeom prst="rect">
              <a:avLst/>
            </a:prstGeom>
          </p:spPr>
        </p:pic>
        <p:pic>
          <p:nvPicPr>
            <p:cNvPr id="32" name="Image 4" descr="TEMP_Z_ORDER_4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820776" cy="820776"/>
            </a:xfrm>
            <a:prstGeom prst="rect">
              <a:avLst/>
            </a:prstGeom>
          </p:spPr>
        </p:pic>
        <p:pic>
          <p:nvPicPr>
            <p:cNvPr id="33" name="Image 5" descr="TEMP_Z_ORDER_5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-543428" y="-543023"/>
              <a:ext cx="637679" cy="637450"/>
            </a:xfrm>
            <a:prstGeom prst="rect">
              <a:avLst/>
            </a:prstGeom>
          </p:spPr>
        </p:pic>
        <p:pic>
          <p:nvPicPr>
            <p:cNvPr id="34" name="Image 6" descr="TEMP_Z_ORDER_6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-394110" y="-393689"/>
              <a:ext cx="338782" cy="338782"/>
            </a:xfrm>
            <a:prstGeom prst="rect">
              <a:avLst/>
            </a:prstGeom>
          </p:spPr>
        </p:pic>
      </p:grpSp>
      <p:grpSp>
        <p:nvGrpSpPr>
          <p:cNvPr id="39" name="组合 38"/>
          <p:cNvGrpSpPr/>
          <p:nvPr>
            <p:custDataLst>
              <p:tags r:id="rId4"/>
            </p:custDataLst>
          </p:nvPr>
        </p:nvGrpSpPr>
        <p:grpSpPr>
          <a:xfrm>
            <a:off x="1134371" y="4180295"/>
            <a:ext cx="820776" cy="820776"/>
            <a:chOff x="-635000" y="-635000"/>
            <a:chExt cx="820776" cy="820776"/>
          </a:xfrm>
        </p:grpSpPr>
        <p:pic>
          <p:nvPicPr>
            <p:cNvPr id="40" name="Image 7" descr="TEMP_Z_ORDER_7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51"/>
            <a:stretch>
              <a:fillRect/>
            </a:stretch>
          </p:blipFill>
          <p:spPr>
            <a:xfrm>
              <a:off x="-620033" y="-620033"/>
              <a:ext cx="790842" cy="790842"/>
            </a:xfrm>
            <a:prstGeom prst="rect">
              <a:avLst/>
            </a:prstGeom>
          </p:spPr>
        </p:pic>
        <p:pic>
          <p:nvPicPr>
            <p:cNvPr id="41" name="Image 8" descr="TEMP_Z_ORDER_8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820776" cy="820776"/>
            </a:xfrm>
            <a:prstGeom prst="rect">
              <a:avLst/>
            </a:prstGeom>
          </p:spPr>
        </p:pic>
        <p:pic>
          <p:nvPicPr>
            <p:cNvPr id="42" name="Image 9" descr="TEMP_Z_ORDER_9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-543288" y="-543023"/>
              <a:ext cx="637580" cy="637450"/>
            </a:xfrm>
            <a:prstGeom prst="rect">
              <a:avLst/>
            </a:prstGeom>
          </p:spPr>
        </p:pic>
        <p:pic>
          <p:nvPicPr>
            <p:cNvPr id="43" name="Image 10" descr="TEMP_Z_ORDER_10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-394053" y="-393690"/>
              <a:ext cx="338782" cy="338782"/>
            </a:xfrm>
            <a:prstGeom prst="rect">
              <a:avLst/>
            </a:prstGeom>
          </p:spPr>
        </p:pic>
      </p:grpSp>
      <p:grpSp>
        <p:nvGrpSpPr>
          <p:cNvPr id="56" name="组合 55"/>
          <p:cNvGrpSpPr/>
          <p:nvPr>
            <p:custDataLst>
              <p:tags r:id="rId5"/>
            </p:custDataLst>
          </p:nvPr>
        </p:nvGrpSpPr>
        <p:grpSpPr>
          <a:xfrm>
            <a:off x="10541417" y="1241298"/>
            <a:ext cx="820776" cy="820776"/>
            <a:chOff x="-635000" y="-635000"/>
            <a:chExt cx="820776" cy="820776"/>
          </a:xfrm>
        </p:grpSpPr>
        <p:pic>
          <p:nvPicPr>
            <p:cNvPr id="57" name="Image 11" descr="TEMP_Z_ORDER_11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58"/>
            <a:stretch>
              <a:fillRect/>
            </a:stretch>
          </p:blipFill>
          <p:spPr>
            <a:xfrm>
              <a:off x="-620033" y="-620033"/>
              <a:ext cx="790842" cy="790842"/>
            </a:xfrm>
            <a:prstGeom prst="rect">
              <a:avLst/>
            </a:prstGeom>
          </p:spPr>
        </p:pic>
        <p:pic>
          <p:nvPicPr>
            <p:cNvPr id="58" name="Image 12" descr="TEMP_Z_ORDER_12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820776" cy="820776"/>
            </a:xfrm>
            <a:prstGeom prst="rect">
              <a:avLst/>
            </a:prstGeom>
          </p:spPr>
        </p:pic>
        <p:pic>
          <p:nvPicPr>
            <p:cNvPr id="59" name="Image 13" descr="TEMP_Z_ORDER_13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p:blipFill>
          <p:spPr>
            <a:xfrm>
              <a:off x="-543474" y="-543023"/>
              <a:ext cx="637580" cy="637450"/>
            </a:xfrm>
            <a:prstGeom prst="rect">
              <a:avLst/>
            </a:prstGeom>
          </p:spPr>
        </p:pic>
        <p:pic>
          <p:nvPicPr>
            <p:cNvPr id="60" name="Image 14" descr="TEMP_Z_ORDER_14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/>
            </a:stretch>
          </p:blipFill>
          <p:spPr>
            <a:xfrm>
              <a:off x="-393982" y="-393689"/>
              <a:ext cx="338782" cy="338782"/>
            </a:xfrm>
            <a:prstGeom prst="rect">
              <a:avLst/>
            </a:prstGeom>
          </p:spPr>
        </p:pic>
      </p:grpSp>
      <p:grpSp>
        <p:nvGrpSpPr>
          <p:cNvPr id="48" name="组合 47"/>
          <p:cNvGrpSpPr/>
          <p:nvPr>
            <p:custDataLst>
              <p:tags r:id="rId6"/>
            </p:custDataLst>
          </p:nvPr>
        </p:nvGrpSpPr>
        <p:grpSpPr>
          <a:xfrm>
            <a:off x="8060349" y="4227352"/>
            <a:ext cx="2538665" cy="1823274"/>
            <a:chOff x="117555" y="-635000"/>
            <a:chExt cx="2538665" cy="1823274"/>
          </a:xfrm>
        </p:grpSpPr>
        <p:pic>
          <p:nvPicPr>
            <p:cNvPr id="49" name="Image 15" descr="TEMP_Z_ORDER_15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65"/>
            <a:stretch>
              <a:fillRect/>
            </a:stretch>
          </p:blipFill>
          <p:spPr>
            <a:xfrm>
              <a:off x="1850411" y="-620033"/>
              <a:ext cx="790842" cy="790842"/>
            </a:xfrm>
            <a:prstGeom prst="rect">
              <a:avLst/>
            </a:prstGeom>
          </p:spPr>
        </p:pic>
        <p:pic>
          <p:nvPicPr>
            <p:cNvPr id="50" name="Image 16" descr="TEMP_Z_ORDER_16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/>
            </a:stretch>
          </p:blipFill>
          <p:spPr>
            <a:xfrm>
              <a:off x="1835444" y="-635000"/>
              <a:ext cx="820776" cy="820776"/>
            </a:xfrm>
            <a:prstGeom prst="rect">
              <a:avLst/>
            </a:prstGeom>
          </p:spPr>
        </p:pic>
        <p:pic>
          <p:nvPicPr>
            <p:cNvPr id="51" name="Image 17" descr="TEMP_Z_ORDER_17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/>
            </a:stretch>
          </p:blipFill>
          <p:spPr>
            <a:xfrm>
              <a:off x="1927387" y="-543023"/>
              <a:ext cx="637480" cy="637450"/>
            </a:xfrm>
            <a:prstGeom prst="rect">
              <a:avLst/>
            </a:prstGeom>
          </p:spPr>
        </p:pic>
        <p:pic>
          <p:nvPicPr>
            <p:cNvPr id="52" name="Image 18" descr="TEMP_Z_ORDER_18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/>
            </a:stretch>
          </p:blipFill>
          <p:spPr>
            <a:xfrm>
              <a:off x="2076308" y="-393690"/>
              <a:ext cx="338782" cy="338782"/>
            </a:xfrm>
            <a:prstGeom prst="rect">
              <a:avLst/>
            </a:prstGeom>
          </p:spPr>
        </p:pic>
        <p:sp>
          <p:nvSpPr>
            <p:cNvPr id="53" name="Text 0" descr="TEMP_Z_ORDER_19"/>
            <p:cNvSpPr/>
            <p:nvPr>
              <p:custDataLst>
                <p:tags r:id="rId27"/>
              </p:custDataLst>
            </p:nvPr>
          </p:nvSpPr>
          <p:spPr>
            <a:xfrm>
              <a:off x="117555" y="123752"/>
              <a:ext cx="2302773" cy="106452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现实</a:t>
              </a:r>
              <a:r>
                <a:rPr 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POI + </a:t>
              </a:r>
              <a:r>
                <a:rPr lang="en-US" sz="16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评论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r>
                <a:rPr 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  <a:p>
              <a:pPr marL="0" indent="0">
                <a:lnSpc>
                  <a:spcPct val="150000"/>
                </a:lnSpc>
                <a:buNone/>
              </a:pP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构建当前南海区旅游现状谱系。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1" name="组合 60"/>
          <p:cNvGrpSpPr/>
          <p:nvPr>
            <p:custDataLst>
              <p:tags r:id="rId7"/>
            </p:custDataLst>
          </p:nvPr>
        </p:nvGrpSpPr>
        <p:grpSpPr>
          <a:xfrm>
            <a:off x="8020218" y="1505234"/>
            <a:ext cx="2305654" cy="299056"/>
            <a:chOff x="-635000" y="-626056"/>
            <a:chExt cx="2305654" cy="299056"/>
          </a:xfrm>
        </p:grpSpPr>
        <p:sp>
          <p:nvSpPr>
            <p:cNvPr id="62" name="Text 1" descr="TEMP_Z_ORDER_20"/>
            <p:cNvSpPr/>
            <p:nvPr>
              <p:custDataLst>
                <p:tags r:id="rId22"/>
              </p:custDataLst>
            </p:nvPr>
          </p:nvSpPr>
          <p:spPr>
            <a:xfrm>
              <a:off x="-635000" y="-626056"/>
              <a:ext cx="2305654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分析层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8"/>
            </p:custDataLst>
          </p:nvPr>
        </p:nvGrpSpPr>
        <p:grpSpPr>
          <a:xfrm>
            <a:off x="1608477" y="1738434"/>
            <a:ext cx="2305654" cy="299056"/>
            <a:chOff x="-635000" y="-626056"/>
            <a:chExt cx="2305654" cy="299056"/>
          </a:xfrm>
        </p:grpSpPr>
        <p:sp>
          <p:nvSpPr>
            <p:cNvPr id="36" name="Text 3" descr="TEMP_Z_ORDER_22"/>
            <p:cNvSpPr/>
            <p:nvPr>
              <p:custDataLst>
                <p:tags r:id="rId21"/>
              </p:custDataLst>
            </p:nvPr>
          </p:nvSpPr>
          <p:spPr>
            <a:xfrm>
              <a:off x="-635000" y="-626056"/>
              <a:ext cx="2305654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以文塑旅、以旅彰文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4" name="组合 43"/>
          <p:cNvGrpSpPr/>
          <p:nvPr>
            <p:custDataLst>
              <p:tags r:id="rId9"/>
            </p:custDataLst>
          </p:nvPr>
        </p:nvGrpSpPr>
        <p:grpSpPr>
          <a:xfrm>
            <a:off x="2203543" y="4879319"/>
            <a:ext cx="2302773" cy="1433854"/>
            <a:chOff x="-635000" y="-635000"/>
            <a:chExt cx="2302773" cy="1433854"/>
          </a:xfrm>
        </p:grpSpPr>
        <p:sp>
          <p:nvSpPr>
            <p:cNvPr id="45" name="Text 4" descr="TEMP_Z_ORDER_23"/>
            <p:cNvSpPr/>
            <p:nvPr>
              <p:custDataLst>
                <p:tags r:id="rId20"/>
              </p:custDataLst>
            </p:nvPr>
          </p:nvSpPr>
          <p:spPr>
            <a:xfrm>
              <a:off x="-635000" y="-635000"/>
              <a:ext cx="2302773" cy="14338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典籍中的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</a:t>
              </a:r>
              <a:r>
                <a:rPr lang="en-US" sz="16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文化脉络</a:t>
              </a:r>
              <a:r>
                <a:rPr 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→ </a:t>
              </a:r>
              <a:r>
                <a:rPr lang="en-US" sz="16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经结构化（知识图谱）形成可关联的文化要素及主从</a:t>
              </a:r>
              <a:r>
                <a:rPr 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sz="16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传承关系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组合 53"/>
          <p:cNvGrpSpPr/>
          <p:nvPr>
            <p:custDataLst>
              <p:tags r:id="rId10"/>
            </p:custDataLst>
          </p:nvPr>
        </p:nvGrpSpPr>
        <p:grpSpPr>
          <a:xfrm>
            <a:off x="7306353" y="4474661"/>
            <a:ext cx="2305654" cy="299056"/>
            <a:chOff x="-635000" y="-626056"/>
            <a:chExt cx="2305654" cy="299056"/>
          </a:xfrm>
        </p:grpSpPr>
        <p:sp>
          <p:nvSpPr>
            <p:cNvPr id="55" name="Text 5" descr="TEMP_Z_ORDER_24"/>
            <p:cNvSpPr/>
            <p:nvPr>
              <p:custDataLst>
                <p:tags r:id="rId19"/>
              </p:custDataLst>
            </p:nvPr>
          </p:nvSpPr>
          <p:spPr>
            <a:xfrm>
              <a:off x="-635000" y="-626056"/>
              <a:ext cx="2305654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旅游产品体系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3" name="组合 62"/>
          <p:cNvGrpSpPr/>
          <p:nvPr>
            <p:custDataLst>
              <p:tags r:id="rId11"/>
            </p:custDataLst>
          </p:nvPr>
        </p:nvGrpSpPr>
        <p:grpSpPr>
          <a:xfrm>
            <a:off x="8021660" y="1956949"/>
            <a:ext cx="2302773" cy="1105149"/>
            <a:chOff x="-635000" y="-635000"/>
            <a:chExt cx="2302773" cy="1105149"/>
          </a:xfrm>
        </p:grpSpPr>
        <p:sp>
          <p:nvSpPr>
            <p:cNvPr id="64" name="Text 6" descr="TEMP_Z_ORDER_25"/>
            <p:cNvSpPr/>
            <p:nvPr>
              <p:custDataLst>
                <p:tags r:id="rId18"/>
              </p:custDataLst>
            </p:nvPr>
          </p:nvSpPr>
          <p:spPr>
            <a:xfrm>
              <a:off x="-635000" y="-635000"/>
              <a:ext cx="2302773" cy="11051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ts val="2184"/>
                </a:lnSpc>
                <a:buNone/>
              </a:pPr>
              <a:r>
                <a:rPr lang="en-US" sz="168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双谱系耦合（实体对应 / 文化承载 / 空间共存 / 主题关联）+ 空间格局 + 对策建议。</a:t>
              </a:r>
              <a:endParaRPr lang="en-US" sz="168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12"/>
            </p:custDataLst>
          </p:nvPr>
        </p:nvGrpSpPr>
        <p:grpSpPr>
          <a:xfrm>
            <a:off x="1609919" y="2190149"/>
            <a:ext cx="2302773" cy="550413"/>
            <a:chOff x="-635000" y="-635000"/>
            <a:chExt cx="2302773" cy="550413"/>
          </a:xfrm>
        </p:grpSpPr>
        <p:sp>
          <p:nvSpPr>
            <p:cNvPr id="38" name="Text 7" descr="TEMP_Z_ORDER_26"/>
            <p:cNvSpPr/>
            <p:nvPr>
              <p:custDataLst>
                <p:tags r:id="rId17"/>
              </p:custDataLst>
            </p:nvPr>
          </p:nvSpPr>
          <p:spPr>
            <a:xfrm>
              <a:off x="-635000" y="-635000"/>
              <a:ext cx="2302773" cy="550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4"/>
                </a:lnSpc>
                <a:buNone/>
              </a:pPr>
              <a:r>
                <a:rPr lang="en-US" sz="168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政策与论文叙事的主线表述</a:t>
              </a:r>
              <a:r>
                <a:rPr lang="en-US" sz="168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sz="168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6" name="组合 45"/>
          <p:cNvGrpSpPr/>
          <p:nvPr>
            <p:custDataLst>
              <p:tags r:id="rId13"/>
            </p:custDataLst>
          </p:nvPr>
        </p:nvGrpSpPr>
        <p:grpSpPr>
          <a:xfrm>
            <a:off x="2202101" y="4427604"/>
            <a:ext cx="2305654" cy="299056"/>
            <a:chOff x="-635000" y="-626056"/>
            <a:chExt cx="2305654" cy="299056"/>
          </a:xfrm>
        </p:grpSpPr>
        <p:sp>
          <p:nvSpPr>
            <p:cNvPr id="47" name="Text 8" descr="TEMP_Z_ORDER_27"/>
            <p:cNvSpPr/>
            <p:nvPr>
              <p:custDataLst>
                <p:tags r:id="rId16"/>
              </p:custDataLst>
            </p:nvPr>
          </p:nvSpPr>
          <p:spPr>
            <a:xfrm>
              <a:off x="-635000" y="-626056"/>
              <a:ext cx="2305654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知识体系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E2FD90C6-676C-0D73-D5B4-63789F8BB384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72"/>
          <a:stretch>
            <a:fillRect/>
          </a:stretch>
        </p:blipFill>
        <p:spPr>
          <a:xfrm>
            <a:off x="335360" y="203042"/>
            <a:ext cx="65708" cy="711358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E9E2EEEB-005D-B48F-62EF-292E99CB097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87680" y="366834"/>
            <a:ext cx="3322320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en-US" altLang="zh-CN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研究整体设计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37" name="组合 36"/>
          <p:cNvGrpSpPr/>
          <p:nvPr>
            <p:custDataLst>
              <p:tags r:id="rId2"/>
            </p:custDataLst>
          </p:nvPr>
        </p:nvGrpSpPr>
        <p:grpSpPr>
          <a:xfrm>
            <a:off x="609600" y="1311563"/>
            <a:ext cx="3358476" cy="2331720"/>
            <a:chOff x="-4695227" y="-757579"/>
            <a:chExt cx="3358476" cy="2331720"/>
          </a:xfrm>
        </p:grpSpPr>
        <p:pic>
          <p:nvPicPr>
            <p:cNvPr id="38" name="Image 2" descr="TEMP_Z_ORDER_2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-4695227" y="-757579"/>
              <a:ext cx="3246120" cy="2331720"/>
            </a:xfrm>
            <a:prstGeom prst="rect">
              <a:avLst/>
            </a:prstGeom>
          </p:spPr>
        </p:pic>
        <p:sp>
          <p:nvSpPr>
            <p:cNvPr id="39" name="Text 0" descr="TEMP_Z_ORDER_3"/>
            <p:cNvSpPr/>
            <p:nvPr>
              <p:custDataLst>
                <p:tags r:id="rId26"/>
              </p:custDataLst>
            </p:nvPr>
          </p:nvSpPr>
          <p:spPr>
            <a:xfrm>
              <a:off x="-4497107" y="-559459"/>
              <a:ext cx="2859024" cy="3375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1920">
                  <a:solidFill>
                    <a:srgbClr val="5A0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数据采集层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1" descr="TEMP_Z_ORDER_4"/>
            <p:cNvSpPr/>
            <p:nvPr>
              <p:custDataLst>
                <p:tags r:id="rId27"/>
              </p:custDataLst>
            </p:nvPr>
          </p:nvSpPr>
          <p:spPr>
            <a:xfrm>
              <a:off x="-4497108" y="-132739"/>
              <a:ext cx="3160357" cy="14910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典籍PDF用RapidOCR·12线程并行→53篇541万字；</a:t>
              </a:r>
            </a:p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高德API+百度Place→13,113条POI；</a:t>
              </a:r>
            </a:p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20" dirty="0" err="1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高德</a:t>
              </a: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/</a:t>
              </a:r>
              <a:r>
                <a:rPr lang="en-US" sz="1320" dirty="0" err="1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携程</a:t>
              </a: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/</a:t>
              </a:r>
              <a:r>
                <a:rPr lang="en-US" sz="1320" dirty="0" err="1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去哪儿</a:t>
              </a: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/马蜂窝→16,391条评论。</a:t>
              </a:r>
              <a:endParaRPr lang="en-US" sz="132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ext 2"/>
          <p:cNvSpPr/>
          <p:nvPr>
            <p:custDataLst>
              <p:tags r:id="rId3"/>
            </p:custDataLst>
          </p:nvPr>
        </p:nvSpPr>
        <p:spPr>
          <a:xfrm>
            <a:off x="3977640" y="1508760"/>
            <a:ext cx="466344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320"/>
              </a:lnSpc>
              <a:buNone/>
            </a:pPr>
            <a:r>
              <a:rPr lang="en-US" sz="3600">
                <a:solidFill>
                  <a:srgbClr val="727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/>
              </a:rPr>
              <a:t>→</a:t>
            </a:r>
            <a:endParaRPr lang="en-US" sz="3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1" name="组合 40"/>
          <p:cNvGrpSpPr/>
          <p:nvPr>
            <p:custDataLst>
              <p:tags r:id="rId4"/>
            </p:custDataLst>
          </p:nvPr>
        </p:nvGrpSpPr>
        <p:grpSpPr>
          <a:xfrm>
            <a:off x="4638637" y="1311563"/>
            <a:ext cx="3246120" cy="2331720"/>
            <a:chOff x="-4332645" y="-810627"/>
            <a:chExt cx="3246120" cy="2331720"/>
          </a:xfrm>
        </p:grpSpPr>
        <p:pic>
          <p:nvPicPr>
            <p:cNvPr id="42" name="Image 3" descr="TEMP_Z_ORDER_6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-4332645" y="-810627"/>
              <a:ext cx="3246120" cy="2331720"/>
            </a:xfrm>
            <a:prstGeom prst="rect">
              <a:avLst/>
            </a:prstGeom>
          </p:spPr>
        </p:pic>
        <p:sp>
          <p:nvSpPr>
            <p:cNvPr id="43" name="Text 3" descr="TEMP_Z_ORDER_7"/>
            <p:cNvSpPr/>
            <p:nvPr>
              <p:custDataLst>
                <p:tags r:id="rId23"/>
              </p:custDataLst>
            </p:nvPr>
          </p:nvSpPr>
          <p:spPr>
            <a:xfrm>
              <a:off x="-4134525" y="-612507"/>
              <a:ext cx="2859024" cy="3375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1920">
                  <a:solidFill>
                    <a:srgbClr val="5A0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数据处理层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Text 4" descr="TEMP_Z_ORDER_8"/>
            <p:cNvSpPr/>
            <p:nvPr>
              <p:custDataLst>
                <p:tags r:id="rId24"/>
              </p:custDataLst>
            </p:nvPr>
          </p:nvSpPr>
          <p:spPr>
            <a:xfrm>
              <a:off x="-4134525" y="-185787"/>
              <a:ext cx="2859024" cy="11863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20" dirty="0" err="1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编号索引统一格式</a:t>
              </a: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；</a:t>
              </a:r>
            </a:p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去重融合11类分类 </a:t>
              </a:r>
              <a:r>
                <a:rPr lang="zh-CN" alt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；</a:t>
              </a:r>
              <a:endParaRPr lang="en-US" sz="132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endParaRPr>
            </a:p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(</a:t>
              </a:r>
              <a:r>
                <a:rPr lang="zh-CN" alt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本地</a:t>
              </a:r>
              <a:r>
                <a:rPr lang="en-US" sz="1320" dirty="0" err="1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Ollama</a:t>
              </a:r>
              <a:r>
                <a:rPr lang="zh-CN" alt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大模型</a:t>
              </a: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)</a:t>
              </a:r>
              <a:r>
                <a:rPr lang="en-US" sz="1320" dirty="0" err="1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纠正类别</a:t>
              </a: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；</a:t>
              </a:r>
            </a:p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20" dirty="0" err="1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评论五段式匹配POI</a:t>
              </a:r>
              <a:r>
                <a:rPr lang="zh-CN" alt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；</a:t>
              </a:r>
              <a:endParaRPr lang="en-US" sz="132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ext 5"/>
          <p:cNvSpPr/>
          <p:nvPr>
            <p:custDataLst>
              <p:tags r:id="rId5"/>
            </p:custDataLst>
          </p:nvPr>
        </p:nvSpPr>
        <p:spPr>
          <a:xfrm>
            <a:off x="7695781" y="2900815"/>
            <a:ext cx="959782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320"/>
              </a:lnSpc>
              <a:buNone/>
            </a:pPr>
            <a:r>
              <a:rPr lang="en-US" sz="3600" dirty="0">
                <a:solidFill>
                  <a:srgbClr val="727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/>
              </a:rPr>
              <a:t>→</a:t>
            </a:r>
            <a:endParaRPr 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>
            <p:custDataLst>
              <p:tags r:id="rId6"/>
            </p:custDataLst>
          </p:nvPr>
        </p:nvGrpSpPr>
        <p:grpSpPr>
          <a:xfrm>
            <a:off x="8655563" y="2550294"/>
            <a:ext cx="3246120" cy="2707505"/>
            <a:chOff x="-635000" y="-635001"/>
            <a:chExt cx="3246120" cy="2707505"/>
          </a:xfrm>
        </p:grpSpPr>
        <p:pic>
          <p:nvPicPr>
            <p:cNvPr id="25" name="Image 4" descr="TEMP_Z_ORDER_10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-635000" y="-635001"/>
              <a:ext cx="3246120" cy="2707505"/>
            </a:xfrm>
            <a:prstGeom prst="rect">
              <a:avLst/>
            </a:prstGeom>
          </p:spPr>
        </p:pic>
        <p:sp>
          <p:nvSpPr>
            <p:cNvPr id="26" name="Text 6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-436880" y="-436880"/>
              <a:ext cx="2859024" cy="3375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1920" dirty="0" err="1">
                  <a:solidFill>
                    <a:srgbClr val="5A0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知识抽取层</a:t>
              </a:r>
              <a:endParaRPr lang="en-US" sz="192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7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-436880" y="-10160"/>
              <a:ext cx="2859024" cy="197348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zh-CN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qwen-3.5</a:t>
              </a: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API多线程并发·；</a:t>
              </a:r>
            </a:p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1320" dirty="0" err="1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实体抽取</a:t>
              </a: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(</a:t>
              </a:r>
              <a:r>
                <a:rPr lang="zh-CN" alt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研究</a:t>
              </a: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分6大类28小类+官方分类8大类)→8,048实体；</a:t>
              </a:r>
            </a:p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1320" dirty="0" err="1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关系抽取</a:t>
              </a: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(9大关系组·开放式谓词·每条附证据)→19,382关系。</a:t>
              </a:r>
              <a:endParaRPr lang="en-US" sz="132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7"/>
            </p:custDataLst>
          </p:nvPr>
        </p:nvGrpSpPr>
        <p:grpSpPr>
          <a:xfrm>
            <a:off x="609600" y="4328160"/>
            <a:ext cx="3368040" cy="2087880"/>
            <a:chOff x="-635000" y="-635000"/>
            <a:chExt cx="3368040" cy="2087880"/>
          </a:xfrm>
        </p:grpSpPr>
        <p:pic>
          <p:nvPicPr>
            <p:cNvPr id="30" name="Image 5" descr="TEMP_Z_ORDER_1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368040" cy="2087880"/>
            </a:xfrm>
            <a:prstGeom prst="rect">
              <a:avLst/>
            </a:prstGeom>
          </p:spPr>
        </p:pic>
        <p:sp>
          <p:nvSpPr>
            <p:cNvPr id="31" name="Text 9" descr="TEMP_Z_ORDER_15"/>
            <p:cNvSpPr/>
            <p:nvPr>
              <p:custDataLst>
                <p:tags r:id="rId17"/>
              </p:custDataLst>
            </p:nvPr>
          </p:nvSpPr>
          <p:spPr>
            <a:xfrm>
              <a:off x="-436880" y="-436880"/>
              <a:ext cx="2980944" cy="3375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1920" dirty="0" err="1">
                  <a:solidFill>
                    <a:srgbClr val="5A0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分析应用层</a:t>
              </a:r>
              <a:endParaRPr lang="en-US" sz="192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10" descr="TEMP_Z_ORDER_16"/>
            <p:cNvSpPr/>
            <p:nvPr>
              <p:custDataLst>
                <p:tags r:id="rId18"/>
              </p:custDataLst>
            </p:nvPr>
          </p:nvSpPr>
          <p:spPr>
            <a:xfrm>
              <a:off x="-436880" y="-10160"/>
              <a:ext cx="2980944" cy="90588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l">
                <a:lnSpc>
                  <a:spcPts val="1822"/>
                </a:lnSpc>
                <a:buFont typeface="Arial" panose="020B0604020202020204" pitchFamily="34" charset="0"/>
                <a:buChar char="•"/>
              </a:pPr>
              <a:r>
                <a:rPr lang="en-US" sz="1320" dirty="0" err="1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图谱NER提及+非遗名录+POI库→非遗耦合分析</a:t>
              </a:r>
              <a:endParaRPr lang="en-US" sz="132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endParaRPr>
            </a:p>
            <a:p>
              <a:pPr marL="285750" indent="-285750" algn="l">
                <a:lnSpc>
                  <a:spcPts val="1822"/>
                </a:lnSpc>
                <a:buFont typeface="Arial" panose="020B0604020202020204" pitchFamily="34" charset="0"/>
                <a:buChar char="•"/>
              </a:pPr>
              <a:endParaRPr lang="en-US" sz="132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endParaRPr>
            </a:p>
            <a:p>
              <a:pPr marL="285750" indent="-285750" algn="l">
                <a:lnSpc>
                  <a:spcPts val="1822"/>
                </a:lnSpc>
                <a:buFont typeface="Arial" panose="020B0604020202020204" pitchFamily="34" charset="0"/>
                <a:buChar char="•"/>
              </a:pPr>
              <a:r>
                <a:rPr lang="en-US" sz="1320" dirty="0" err="1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POI+非遗坐标→空间格局分析</a:t>
              </a:r>
              <a:r>
                <a:rPr lang="zh-CN" alt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。</a:t>
              </a:r>
              <a:endParaRPr lang="en-US" sz="132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Text 11"/>
          <p:cNvSpPr/>
          <p:nvPr>
            <p:custDataLst>
              <p:tags r:id="rId8"/>
            </p:custDataLst>
          </p:nvPr>
        </p:nvSpPr>
        <p:spPr>
          <a:xfrm>
            <a:off x="4099560" y="4328160"/>
            <a:ext cx="466344" cy="548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320"/>
              </a:lnSpc>
              <a:buNone/>
            </a:pPr>
            <a:r>
              <a:rPr lang="en-US" sz="3600">
                <a:solidFill>
                  <a:srgbClr val="727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/>
              </a:rPr>
              <a:t>←</a:t>
            </a:r>
            <a:endParaRPr lang="en-US" sz="3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>
            <p:custDataLst>
              <p:tags r:id="rId9"/>
            </p:custDataLst>
          </p:nvPr>
        </p:nvGrpSpPr>
        <p:grpSpPr>
          <a:xfrm>
            <a:off x="4602480" y="4328160"/>
            <a:ext cx="3368040" cy="2112427"/>
            <a:chOff x="-635000" y="-635000"/>
            <a:chExt cx="3368040" cy="2112427"/>
          </a:xfrm>
        </p:grpSpPr>
        <p:pic>
          <p:nvPicPr>
            <p:cNvPr id="34" name="Image 6" descr="TEMP_Z_ORDER_18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368040" cy="2087880"/>
            </a:xfrm>
            <a:prstGeom prst="rect">
              <a:avLst/>
            </a:prstGeom>
          </p:spPr>
        </p:pic>
        <p:sp>
          <p:nvSpPr>
            <p:cNvPr id="35" name="Text 12" descr="TEMP_Z_ORDER_19"/>
            <p:cNvSpPr/>
            <p:nvPr>
              <p:custDataLst>
                <p:tags r:id="rId14"/>
              </p:custDataLst>
            </p:nvPr>
          </p:nvSpPr>
          <p:spPr>
            <a:xfrm>
              <a:off x="-436880" y="-436880"/>
              <a:ext cx="2980944" cy="3375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880"/>
                </a:lnSpc>
                <a:buNone/>
              </a:pPr>
              <a:r>
                <a:rPr lang="en-US" sz="1920" dirty="0" err="1">
                  <a:solidFill>
                    <a:srgbClr val="5A0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知识存储层</a:t>
              </a:r>
              <a:endParaRPr lang="en-US" sz="192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Text 13" descr="TEMP_Z_ORDER_20"/>
            <p:cNvSpPr/>
            <p:nvPr>
              <p:custDataLst>
                <p:tags r:id="rId15"/>
              </p:custDataLst>
            </p:nvPr>
          </p:nvSpPr>
          <p:spPr>
            <a:xfrm>
              <a:off x="-436880" y="-10160"/>
              <a:ext cx="3169920" cy="14875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Neo4j图数据库·节点按小类分标签频次分档配色；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20" dirty="0" err="1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关系按relation_group分类型附证据属性</a:t>
              </a: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；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20" dirty="0" err="1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Cypher编程查询·路径分析·子图导出</a:t>
              </a:r>
              <a:r>
                <a:rPr lang="en-US" sz="1320" dirty="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13" name="Text 5">
            <a:extLst>
              <a:ext uri="{FF2B5EF4-FFF2-40B4-BE49-F238E27FC236}">
                <a16:creationId xmlns:a16="http://schemas.microsoft.com/office/drawing/2014/main" id="{0ABD4CE8-241F-1ABC-A7C5-6E745E29EEE6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 rot="10800000">
            <a:off x="7781544" y="4368344"/>
            <a:ext cx="959782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320"/>
              </a:lnSpc>
              <a:buNone/>
            </a:pPr>
            <a:r>
              <a:rPr lang="en-US" sz="3600" dirty="0">
                <a:solidFill>
                  <a:srgbClr val="727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/>
              </a:rPr>
              <a:t>→</a:t>
            </a:r>
            <a:endParaRPr 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4FB4FB84-24FE-1477-DE21-5EBD2CAB7B4B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335360" y="203042"/>
            <a:ext cx="65708" cy="711358"/>
          </a:xfrm>
          <a:prstGeom prst="rect">
            <a:avLst/>
          </a:prstGeom>
        </p:spPr>
      </p:pic>
      <p:sp>
        <p:nvSpPr>
          <p:cNvPr id="5" name="Text 7">
            <a:extLst>
              <a:ext uri="{FF2B5EF4-FFF2-40B4-BE49-F238E27FC236}">
                <a16:creationId xmlns:a16="http://schemas.microsoft.com/office/drawing/2014/main" id="{10A9D4EE-2374-C6EB-8777-E3FBE02DAFC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680" y="366834"/>
            <a:ext cx="3017520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技术流程架构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31" name="组合 30"/>
          <p:cNvGrpSpPr/>
          <p:nvPr>
            <p:custDataLst>
              <p:tags r:id="rId2"/>
            </p:custDataLst>
          </p:nvPr>
        </p:nvGrpSpPr>
        <p:grpSpPr>
          <a:xfrm>
            <a:off x="725006" y="1624948"/>
            <a:ext cx="512957" cy="2065942"/>
            <a:chOff x="-635000" y="-635000"/>
            <a:chExt cx="512957" cy="2065942"/>
          </a:xfrm>
        </p:grpSpPr>
        <p:pic>
          <p:nvPicPr>
            <p:cNvPr id="32" name="Image 2" descr="TEMP_Z_ORDER_2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391120" y="-200239"/>
              <a:ext cx="29934" cy="1631181"/>
            </a:xfrm>
            <a:prstGeom prst="rect">
              <a:avLst/>
            </a:prstGeom>
          </p:spPr>
        </p:pic>
        <p:pic>
          <p:nvPicPr>
            <p:cNvPr id="33" name="Image 3" descr="TEMP_Z_ORDER_3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12957" cy="512958"/>
            </a:xfrm>
            <a:prstGeom prst="rect">
              <a:avLst/>
            </a:prstGeom>
          </p:spPr>
        </p:pic>
      </p:grpSp>
      <p:grpSp>
        <p:nvGrpSpPr>
          <p:cNvPr id="40" name="组合 39"/>
          <p:cNvGrpSpPr/>
          <p:nvPr>
            <p:custDataLst>
              <p:tags r:id="rId3"/>
            </p:custDataLst>
          </p:nvPr>
        </p:nvGrpSpPr>
        <p:grpSpPr>
          <a:xfrm>
            <a:off x="4296880" y="1624948"/>
            <a:ext cx="512957" cy="2065942"/>
            <a:chOff x="-635000" y="-635000"/>
            <a:chExt cx="512957" cy="2065942"/>
          </a:xfrm>
        </p:grpSpPr>
        <p:pic>
          <p:nvPicPr>
            <p:cNvPr id="41" name="Image 4" descr="TEMP_Z_ORDER_4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391317" y="-200239"/>
              <a:ext cx="29934" cy="1631181"/>
            </a:xfrm>
            <a:prstGeom prst="rect">
              <a:avLst/>
            </a:prstGeom>
          </p:spPr>
        </p:pic>
        <p:pic>
          <p:nvPicPr>
            <p:cNvPr id="42" name="Image 5" descr="TEMP_Z_ORDER_5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12957" cy="512958"/>
            </a:xfrm>
            <a:prstGeom prst="rect">
              <a:avLst/>
            </a:prstGeom>
          </p:spPr>
        </p:pic>
      </p:grpSp>
      <p:grpSp>
        <p:nvGrpSpPr>
          <p:cNvPr id="23" name="组合 22"/>
          <p:cNvGrpSpPr/>
          <p:nvPr>
            <p:custDataLst>
              <p:tags r:id="rId4"/>
            </p:custDataLst>
          </p:nvPr>
        </p:nvGrpSpPr>
        <p:grpSpPr>
          <a:xfrm>
            <a:off x="7868755" y="1624948"/>
            <a:ext cx="512959" cy="2065942"/>
            <a:chOff x="-635000" y="-635000"/>
            <a:chExt cx="512959" cy="2065942"/>
          </a:xfrm>
        </p:grpSpPr>
        <p:pic>
          <p:nvPicPr>
            <p:cNvPr id="24" name="Image 6" descr="TEMP_Z_ORDER_6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-390723" y="-200239"/>
              <a:ext cx="29934" cy="1631181"/>
            </a:xfrm>
            <a:prstGeom prst="rect">
              <a:avLst/>
            </a:prstGeom>
          </p:spPr>
        </p:pic>
        <p:pic>
          <p:nvPicPr>
            <p:cNvPr id="25" name="Image 7" descr="TEMP_Z_ORDER_7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12959" cy="512958"/>
            </a:xfrm>
            <a:prstGeom prst="rect">
              <a:avLst/>
            </a:prstGeom>
          </p:spPr>
        </p:pic>
      </p:grpSp>
      <p:grpSp>
        <p:nvGrpSpPr>
          <p:cNvPr id="43" name="组合 42"/>
          <p:cNvGrpSpPr/>
          <p:nvPr>
            <p:custDataLst>
              <p:tags r:id="rId5"/>
            </p:custDataLst>
          </p:nvPr>
        </p:nvGrpSpPr>
        <p:grpSpPr>
          <a:xfrm>
            <a:off x="4396027" y="1727539"/>
            <a:ext cx="323807" cy="307777"/>
            <a:chOff x="-627293" y="-578130"/>
            <a:chExt cx="323807" cy="307777"/>
          </a:xfrm>
        </p:grpSpPr>
        <p:sp>
          <p:nvSpPr>
            <p:cNvPr id="44" name="Text 0" descr="TEMP_Z_ORDER_10"/>
            <p:cNvSpPr/>
            <p:nvPr>
              <p:custDataLst>
                <p:tags r:id="rId23"/>
              </p:custDataLst>
            </p:nvPr>
          </p:nvSpPr>
          <p:spPr>
            <a:xfrm>
              <a:off x="-627293" y="-578130"/>
              <a:ext cx="323807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48"/>
                </a:lnSpc>
                <a:buNone/>
              </a:pPr>
              <a:r>
                <a:rPr lang="en-US" sz="204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sz="20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6"/>
            </p:custDataLst>
          </p:nvPr>
        </p:nvGrpSpPr>
        <p:grpSpPr>
          <a:xfrm>
            <a:off x="7967902" y="1727539"/>
            <a:ext cx="323807" cy="307777"/>
            <a:chOff x="-627293" y="-578130"/>
            <a:chExt cx="323807" cy="307777"/>
          </a:xfrm>
        </p:grpSpPr>
        <p:sp>
          <p:nvSpPr>
            <p:cNvPr id="27" name="Text 1" descr="TEMP_Z_ORDER_11"/>
            <p:cNvSpPr/>
            <p:nvPr>
              <p:custDataLst>
                <p:tags r:id="rId22"/>
              </p:custDataLst>
            </p:nvPr>
          </p:nvSpPr>
          <p:spPr>
            <a:xfrm>
              <a:off x="-627293" y="-578130"/>
              <a:ext cx="323807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48"/>
                </a:lnSpc>
                <a:buNone/>
              </a:pPr>
              <a:r>
                <a:rPr lang="en-US" sz="204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sz="20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7"/>
            </p:custDataLst>
          </p:nvPr>
        </p:nvGrpSpPr>
        <p:grpSpPr>
          <a:xfrm>
            <a:off x="824153" y="1727539"/>
            <a:ext cx="323807" cy="307777"/>
            <a:chOff x="-627293" y="-578130"/>
            <a:chExt cx="323807" cy="307777"/>
          </a:xfrm>
        </p:grpSpPr>
        <p:sp>
          <p:nvSpPr>
            <p:cNvPr id="35" name="Text 2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-627293" y="-578130"/>
              <a:ext cx="323807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48"/>
                </a:lnSpc>
                <a:buNone/>
              </a:pPr>
              <a:r>
                <a:rPr lang="en-US" sz="204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sz="20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/>
          <p:nvPr>
            <p:custDataLst>
              <p:tags r:id="rId8"/>
            </p:custDataLst>
          </p:nvPr>
        </p:nvGrpSpPr>
        <p:grpSpPr>
          <a:xfrm>
            <a:off x="8557426" y="1855116"/>
            <a:ext cx="2751675" cy="1688611"/>
            <a:chOff x="-635000" y="-625843"/>
            <a:chExt cx="2751675" cy="1686202"/>
          </a:xfrm>
        </p:grpSpPr>
        <p:sp>
          <p:nvSpPr>
            <p:cNvPr id="29" name="Text 4" descr="TEMP_Z_ORDER_14"/>
            <p:cNvSpPr/>
            <p:nvPr>
              <p:custDataLst>
                <p:tags r:id="rId19"/>
              </p:custDataLst>
            </p:nvPr>
          </p:nvSpPr>
          <p:spPr>
            <a:xfrm>
              <a:off x="-635000" y="-625843"/>
              <a:ext cx="2751675" cy="29862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最终产出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 5" descr="TEMP_Z_ORDER_15"/>
            <p:cNvSpPr/>
            <p:nvPr>
              <p:custDataLst>
                <p:tags r:id="rId20"/>
              </p:custDataLst>
            </p:nvPr>
          </p:nvSpPr>
          <p:spPr>
            <a:xfrm>
              <a:off x="-633559" y="-231611"/>
              <a:ext cx="2748795" cy="12919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716"/>
                </a:lnSpc>
                <a:buNone/>
              </a:pPr>
              <a:r>
                <a:rPr lang="en-US" sz="132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通过prepare_corpus.py脚本进行统一编号和格式化处理，最终构建了一个包含53个语料文件、</a:t>
              </a:r>
              <a:r>
                <a:rPr lang="zh-CN" altLang="en-US" sz="132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总计约千</a:t>
              </a:r>
              <a:r>
                <a:rPr lang="en-US" sz="1320" dirty="0" err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万字</a:t>
              </a:r>
              <a:r>
                <a:rPr lang="zh-CN" altLang="en-US" sz="132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符</a:t>
              </a:r>
              <a:r>
                <a:rPr lang="en-US" sz="1320" dirty="0" err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的标准化语料库，为后续的大语言模型抽取工作提供了高质量的“原料</a:t>
              </a:r>
              <a:r>
                <a:rPr lang="en-US" sz="132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”。</a:t>
              </a:r>
              <a:endParaRPr lang="en-US" sz="132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5" name="组合 44"/>
          <p:cNvGrpSpPr/>
          <p:nvPr>
            <p:custDataLst>
              <p:tags r:id="rId9"/>
            </p:custDataLst>
          </p:nvPr>
        </p:nvGrpSpPr>
        <p:grpSpPr>
          <a:xfrm>
            <a:off x="4985353" y="1857339"/>
            <a:ext cx="2751575" cy="299056"/>
            <a:chOff x="-635000" y="-626056"/>
            <a:chExt cx="2751575" cy="299056"/>
          </a:xfrm>
        </p:grpSpPr>
        <p:sp>
          <p:nvSpPr>
            <p:cNvPr id="46" name="Text 6" descr="TEMP_Z_ORDER_16"/>
            <p:cNvSpPr/>
            <p:nvPr>
              <p:custDataLst>
                <p:tags r:id="rId18"/>
              </p:custDataLst>
            </p:nvPr>
          </p:nvSpPr>
          <p:spPr>
            <a:xfrm>
              <a:off x="-635000" y="-626056"/>
              <a:ext cx="2751575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代表性语料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/>
          <p:cNvGrpSpPr/>
          <p:nvPr>
            <p:custDataLst>
              <p:tags r:id="rId10"/>
            </p:custDataLst>
          </p:nvPr>
        </p:nvGrpSpPr>
        <p:grpSpPr>
          <a:xfrm>
            <a:off x="1415018" y="2251784"/>
            <a:ext cx="2748695" cy="1089660"/>
            <a:chOff x="-635000" y="-635000"/>
            <a:chExt cx="2748695" cy="1089660"/>
          </a:xfrm>
        </p:grpSpPr>
        <p:sp>
          <p:nvSpPr>
            <p:cNvPr id="37" name="Text 7" descr="TEMP_Z_ORDER_17"/>
            <p:cNvSpPr/>
            <p:nvPr>
              <p:custDataLst>
                <p:tags r:id="rId17"/>
              </p:custDataLst>
            </p:nvPr>
          </p:nvSpPr>
          <p:spPr>
            <a:xfrm>
              <a:off x="-635000" y="-635000"/>
              <a:ext cx="2748695" cy="10862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716"/>
                </a:lnSpc>
                <a:buNone/>
              </a:pPr>
              <a:r>
                <a:rPr lang="en-US" sz="1320" dirty="0" err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采用RapidOCR（ONNX</a:t>
              </a:r>
              <a:r>
                <a:rPr lang="en-US" sz="132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Runtime）技术，对看典古籍、南海文史PDF等进行多线程并行识别，将大量扫描版、图片版文献资料高效转化为可分析的纯文本，奠定语料基础。</a:t>
              </a:r>
              <a:endParaRPr lang="en-US" sz="132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11"/>
            </p:custDataLst>
          </p:nvPr>
        </p:nvGrpSpPr>
        <p:grpSpPr>
          <a:xfrm>
            <a:off x="4986794" y="2251784"/>
            <a:ext cx="2748695" cy="861261"/>
            <a:chOff x="-635000" y="-635000"/>
            <a:chExt cx="2748695" cy="861261"/>
          </a:xfrm>
        </p:grpSpPr>
        <p:sp>
          <p:nvSpPr>
            <p:cNvPr id="48" name="Text 8" descr="TEMP_Z_ORDER_18"/>
            <p:cNvSpPr/>
            <p:nvPr>
              <p:custDataLst>
                <p:tags r:id="rId16"/>
              </p:custDataLst>
            </p:nvPr>
          </p:nvSpPr>
          <p:spPr>
            <a:xfrm>
              <a:off x="-635000" y="-635000"/>
              <a:ext cx="2748695" cy="86126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716"/>
                </a:lnSpc>
                <a:buNone/>
              </a:pPr>
              <a:r>
                <a:rPr lang="en-US" sz="1320" dirty="0" err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语料库涵盖</a:t>
              </a:r>
              <a:r>
                <a:rPr lang="en-US" sz="132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《</a:t>
              </a:r>
              <a:r>
                <a:rPr lang="zh-CN" altLang="en-US" sz="132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南海文史资料</a:t>
              </a:r>
              <a:r>
                <a:rPr lang="en-US" sz="132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》、《</a:t>
              </a:r>
              <a:r>
                <a:rPr lang="en-US" sz="1320" dirty="0" err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西樵山度假区志</a:t>
              </a:r>
              <a:r>
                <a:rPr lang="en-US" sz="132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》、《</a:t>
              </a:r>
              <a:r>
                <a:rPr lang="en-US" sz="1320" dirty="0" err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南海县志》等核心地方志与文史资料，确保了文化信息挖掘的深度与广度</a:t>
              </a:r>
              <a:r>
                <a:rPr lang="en-US" sz="132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sz="132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12"/>
            </p:custDataLst>
          </p:nvPr>
        </p:nvGrpSpPr>
        <p:grpSpPr>
          <a:xfrm>
            <a:off x="1413577" y="1857339"/>
            <a:ext cx="2751575" cy="299056"/>
            <a:chOff x="-635000" y="-626056"/>
            <a:chExt cx="2751575" cy="299056"/>
          </a:xfrm>
        </p:grpSpPr>
        <p:sp>
          <p:nvSpPr>
            <p:cNvPr id="39" name="Text 9" descr="TEMP_Z_ORDER_19"/>
            <p:cNvSpPr/>
            <p:nvPr>
              <p:custDataLst>
                <p:tags r:id="rId15"/>
              </p:custDataLst>
            </p:nvPr>
          </p:nvSpPr>
          <p:spPr>
            <a:xfrm>
              <a:off x="-635000" y="-626056"/>
              <a:ext cx="2751575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OCR工具与流程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EA87C50-9921-A46F-8F21-01D4C2A6A06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395" y="3897087"/>
            <a:ext cx="2978430" cy="23752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912FAC1-F967-62BF-B388-069D797CD675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85" y="3925205"/>
            <a:ext cx="2569813" cy="23766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6E54370-1496-2B3B-1C96-0A4774C31723}"/>
              </a:ext>
            </a:extLst>
          </p:cNvPr>
          <p:cNvPicPr>
            <a:picLocks noChangeAspect="1"/>
          </p:cNvPicPr>
          <p:nvPr/>
        </p:nvPicPr>
        <p:blipFill>
          <a:blip r:embed="rId43"/>
          <a:srcRect b="2043"/>
          <a:stretch>
            <a:fillRect/>
          </a:stretch>
        </p:blipFill>
        <p:spPr>
          <a:xfrm>
            <a:off x="8229600" y="3897087"/>
            <a:ext cx="3566766" cy="2375203"/>
          </a:xfrm>
          <a:prstGeom prst="rect">
            <a:avLst/>
          </a:prstGeom>
        </p:spPr>
      </p:pic>
      <p:pic>
        <p:nvPicPr>
          <p:cNvPr id="4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BFBDBFC1-B366-4E36-406F-0241AA98E4C0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335360" y="203042"/>
            <a:ext cx="65708" cy="711358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BF91144E-A324-FEF3-6ECA-51298B3B5550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679" y="366834"/>
            <a:ext cx="4541521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典籍</a:t>
            </a:r>
            <a:r>
              <a:rPr lang="en-US" altLang="zh-CN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OCR</a:t>
            </a:r>
            <a:r>
              <a:rPr lang="zh-CN" alt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与语料库构建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27" name="组合 26"/>
          <p:cNvGrpSpPr/>
          <p:nvPr>
            <p:custDataLst>
              <p:tags r:id="rId2"/>
            </p:custDataLst>
          </p:nvPr>
        </p:nvGrpSpPr>
        <p:grpSpPr>
          <a:xfrm>
            <a:off x="574337" y="976735"/>
            <a:ext cx="520333" cy="519085"/>
            <a:chOff x="-635000" y="-635000"/>
            <a:chExt cx="520333" cy="519085"/>
          </a:xfrm>
        </p:grpSpPr>
        <p:pic>
          <p:nvPicPr>
            <p:cNvPr id="28" name="Image 2" descr="TEMP_Z_ORDER_2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20333" cy="519085"/>
            </a:xfrm>
            <a:prstGeom prst="rect">
              <a:avLst/>
            </a:prstGeom>
          </p:spPr>
        </p:pic>
      </p:grpSp>
      <p:grpSp>
        <p:nvGrpSpPr>
          <p:cNvPr id="35" name="组合 34"/>
          <p:cNvGrpSpPr/>
          <p:nvPr>
            <p:custDataLst>
              <p:tags r:id="rId3"/>
            </p:custDataLst>
          </p:nvPr>
        </p:nvGrpSpPr>
        <p:grpSpPr>
          <a:xfrm>
            <a:off x="574336" y="1813667"/>
            <a:ext cx="520333" cy="519085"/>
            <a:chOff x="-635000" y="-635000"/>
            <a:chExt cx="520333" cy="519085"/>
          </a:xfrm>
        </p:grpSpPr>
        <p:pic>
          <p:nvPicPr>
            <p:cNvPr id="36" name="Image 3" descr="TEMP_Z_ORDER_3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20333" cy="519085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>
            <p:custDataLst>
              <p:tags r:id="rId4"/>
            </p:custDataLst>
          </p:nvPr>
        </p:nvGrpSpPr>
        <p:grpSpPr>
          <a:xfrm>
            <a:off x="574336" y="2640788"/>
            <a:ext cx="520333" cy="519085"/>
            <a:chOff x="-635000" y="-635000"/>
            <a:chExt cx="520333" cy="519085"/>
          </a:xfrm>
        </p:grpSpPr>
        <p:pic>
          <p:nvPicPr>
            <p:cNvPr id="20" name="Image 4" descr="TEMP_Z_ORDER_4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20333" cy="519085"/>
            </a:xfrm>
            <a:prstGeom prst="rect">
              <a:avLst/>
            </a:prstGeom>
          </p:spPr>
        </p:pic>
      </p:grpSp>
      <p:grpSp>
        <p:nvGrpSpPr>
          <p:cNvPr id="37" name="组合 36"/>
          <p:cNvGrpSpPr/>
          <p:nvPr>
            <p:custDataLst>
              <p:tags r:id="rId5"/>
            </p:custDataLst>
          </p:nvPr>
        </p:nvGrpSpPr>
        <p:grpSpPr>
          <a:xfrm>
            <a:off x="744371" y="1968340"/>
            <a:ext cx="189154" cy="209737"/>
            <a:chOff x="-601802" y="-570948"/>
            <a:chExt cx="189154" cy="209737"/>
          </a:xfrm>
        </p:grpSpPr>
        <p:sp>
          <p:nvSpPr>
            <p:cNvPr id="38" name="Text 0" descr="TEMP_Z_ORDER_5"/>
            <p:cNvSpPr/>
            <p:nvPr>
              <p:custDataLst>
                <p:tags r:id="rId25"/>
              </p:custDataLst>
            </p:nvPr>
          </p:nvSpPr>
          <p:spPr>
            <a:xfrm>
              <a:off x="-601802" y="-570948"/>
              <a:ext cx="189154" cy="2097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8" name="Table 0"/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4187068416"/>
              </p:ext>
            </p:extLst>
          </p:nvPr>
        </p:nvGraphicFramePr>
        <p:xfrm>
          <a:off x="6078618" y="1015694"/>
          <a:ext cx="5212280" cy="1893499"/>
        </p:xfrm>
        <a:graphic>
          <a:graphicData uri="http://schemas.openxmlformats.org/drawingml/2006/table">
            <a:tbl>
              <a:tblPr/>
              <a:tblGrid>
                <a:gridCol w="106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6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6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 err="1">
                          <a:solidFill>
                            <a:srgbClr val="FFFFFF"/>
                          </a:solidFill>
                        </a:rPr>
                        <a:t>数据源</a:t>
                      </a:r>
                      <a:endParaRPr lang="en-US" sz="930" dirty="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 err="1">
                          <a:solidFill>
                            <a:srgbClr val="FFFFFF"/>
                          </a:solidFill>
                        </a:rPr>
                        <a:t>原始数量</a:t>
                      </a:r>
                      <a:endParaRPr lang="en-US" sz="930" dirty="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FFFFFF"/>
                          </a:solidFill>
                        </a:rPr>
                        <a:t>处理后数量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 err="1">
                          <a:solidFill>
                            <a:srgbClr val="FFFFFF"/>
                          </a:solidFill>
                        </a:rPr>
                        <a:t>关键措施</a:t>
                      </a:r>
                      <a:endParaRPr lang="en-US" sz="930" dirty="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高德API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1,353条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整合后纳入总数据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 err="1">
                          <a:solidFill>
                            <a:srgbClr val="000000"/>
                          </a:solidFill>
                        </a:rPr>
                        <a:t>三源融合</a:t>
                      </a:r>
                      <a:endParaRPr lang="en-US" sz="930" dirty="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佛山Shapefile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12,906条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整合后纳入总数据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 err="1">
                          <a:solidFill>
                            <a:srgbClr val="000000"/>
                          </a:solidFill>
                        </a:rPr>
                        <a:t>三源融合</a:t>
                      </a:r>
                      <a:endParaRPr lang="en-US" sz="930" dirty="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6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百度PlaceAPI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补充数据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整合后纳入总数据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三源融合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3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三源融合后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约14,259条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13,113条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 err="1">
                          <a:solidFill>
                            <a:srgbClr val="000000"/>
                          </a:solidFill>
                        </a:rPr>
                        <a:t>去重、坐标统一、自动分类</a:t>
                      </a:r>
                      <a:endParaRPr lang="en-US" sz="930" dirty="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政府普查文化载体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165条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>
                          <a:solidFill>
                            <a:srgbClr val="000000"/>
                          </a:solidFill>
                        </a:rPr>
                        <a:t>165条</a:t>
                      </a:r>
                      <a:endParaRPr lang="en-US" sz="93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 err="1">
                          <a:solidFill>
                            <a:srgbClr val="000000"/>
                          </a:solidFill>
                        </a:rPr>
                        <a:t>LLM辅助纠正、文旅相关标记</a:t>
                      </a:r>
                      <a:endParaRPr lang="en-US" sz="930" dirty="0"/>
                    </a:p>
                  </a:txBody>
                  <a:tcPr marL="72274" marR="72274" marT="72274" marB="7227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1" name="组合 20"/>
          <p:cNvGrpSpPr/>
          <p:nvPr>
            <p:custDataLst>
              <p:tags r:id="rId7"/>
            </p:custDataLst>
          </p:nvPr>
        </p:nvGrpSpPr>
        <p:grpSpPr>
          <a:xfrm>
            <a:off x="744371" y="2795461"/>
            <a:ext cx="189154" cy="209737"/>
            <a:chOff x="-601802" y="-570948"/>
            <a:chExt cx="189154" cy="209737"/>
          </a:xfrm>
        </p:grpSpPr>
        <p:sp>
          <p:nvSpPr>
            <p:cNvPr id="22" name="Text 1" descr="TEMP_Z_ORDER_7"/>
            <p:cNvSpPr/>
            <p:nvPr>
              <p:custDataLst>
                <p:tags r:id="rId24"/>
              </p:custDataLst>
            </p:nvPr>
          </p:nvSpPr>
          <p:spPr>
            <a:xfrm>
              <a:off x="-601802" y="-570948"/>
              <a:ext cx="189154" cy="2097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8"/>
            </p:custDataLst>
          </p:nvPr>
        </p:nvGrpSpPr>
        <p:grpSpPr>
          <a:xfrm>
            <a:off x="744372" y="1131408"/>
            <a:ext cx="189154" cy="209737"/>
            <a:chOff x="-601802" y="-570948"/>
            <a:chExt cx="189154" cy="209737"/>
          </a:xfrm>
        </p:grpSpPr>
        <p:sp>
          <p:nvSpPr>
            <p:cNvPr id="30" name="Text 2" descr="TEMP_Z_ORDER_8"/>
            <p:cNvSpPr/>
            <p:nvPr>
              <p:custDataLst>
                <p:tags r:id="rId23"/>
              </p:custDataLst>
            </p:nvPr>
          </p:nvSpPr>
          <p:spPr>
            <a:xfrm>
              <a:off x="-601802" y="-570948"/>
              <a:ext cx="189154" cy="2097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9" name="组合 38"/>
          <p:cNvGrpSpPr/>
          <p:nvPr>
            <p:custDataLst>
              <p:tags r:id="rId9"/>
            </p:custDataLst>
          </p:nvPr>
        </p:nvGrpSpPr>
        <p:grpSpPr>
          <a:xfrm>
            <a:off x="1140494" y="1932029"/>
            <a:ext cx="2852419" cy="299056"/>
            <a:chOff x="-635000" y="-626056"/>
            <a:chExt cx="2852419" cy="299056"/>
          </a:xfrm>
        </p:grpSpPr>
        <p:sp>
          <p:nvSpPr>
            <p:cNvPr id="40" name="Text 3" descr="TEMP_Z_ORDER_9"/>
            <p:cNvSpPr/>
            <p:nvPr>
              <p:custDataLst>
                <p:tags r:id="rId22"/>
              </p:custDataLst>
            </p:nvPr>
          </p:nvSpPr>
          <p:spPr>
            <a:xfrm>
              <a:off x="-635000" y="-626056"/>
              <a:ext cx="2852419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融合与清洗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/>
          <p:nvPr>
            <p:custDataLst>
              <p:tags r:id="rId10"/>
            </p:custDataLst>
          </p:nvPr>
        </p:nvGrpSpPr>
        <p:grpSpPr>
          <a:xfrm>
            <a:off x="1140494" y="1430753"/>
            <a:ext cx="2850395" cy="452496"/>
            <a:chOff x="-635000" y="-635000"/>
            <a:chExt cx="2850395" cy="452496"/>
          </a:xfrm>
        </p:grpSpPr>
        <p:sp>
          <p:nvSpPr>
            <p:cNvPr id="32" name="Text 4" descr="TEMP_Z_ORDER_10"/>
            <p:cNvSpPr/>
            <p:nvPr>
              <p:custDataLst>
                <p:tags r:id="rId21"/>
              </p:custDataLst>
            </p:nvPr>
          </p:nvSpPr>
          <p:spPr>
            <a:xfrm>
              <a:off x="-635000" y="-635000"/>
              <a:ext cx="2850395" cy="4524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248"/>
                </a:lnSpc>
                <a:buNone/>
              </a:pPr>
              <a:r>
                <a:rPr lang="en-US" sz="96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整合高德API（1,353条）、佛山Shapefile（12,906条）及百度Place </a:t>
              </a:r>
              <a:r>
                <a:rPr lang="en-US" sz="960" dirty="0" err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API补充数据，通过多渠道采集确保POI数据全面性，覆盖南海区绝大部分兴趣点</a:t>
              </a:r>
              <a:r>
                <a:rPr lang="en-US" sz="96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sz="96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11"/>
            </p:custDataLst>
          </p:nvPr>
        </p:nvGrpSpPr>
        <p:grpSpPr>
          <a:xfrm>
            <a:off x="1140494" y="2739470"/>
            <a:ext cx="2852419" cy="299056"/>
            <a:chOff x="-635000" y="-626056"/>
            <a:chExt cx="2852419" cy="299056"/>
          </a:xfrm>
        </p:grpSpPr>
        <p:sp>
          <p:nvSpPr>
            <p:cNvPr id="24" name="Text 5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-635000" y="-626056"/>
              <a:ext cx="2852419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LLM辅助清洗关联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12"/>
            </p:custDataLst>
          </p:nvPr>
        </p:nvGrpSpPr>
        <p:grpSpPr>
          <a:xfrm>
            <a:off x="1140494" y="1105909"/>
            <a:ext cx="2840096" cy="299056"/>
            <a:chOff x="-635000" y="-626056"/>
            <a:chExt cx="2840096" cy="299056"/>
          </a:xfrm>
        </p:grpSpPr>
        <p:sp>
          <p:nvSpPr>
            <p:cNvPr id="34" name="Text 7" descr="TEMP_Z_ORDER_13"/>
            <p:cNvSpPr/>
            <p:nvPr>
              <p:custDataLst>
                <p:tags r:id="rId19"/>
              </p:custDataLst>
            </p:nvPr>
          </p:nvSpPr>
          <p:spPr>
            <a:xfrm>
              <a:off x="-635000" y="-626056"/>
              <a:ext cx="2840096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三源融合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13"/>
            </p:custDataLst>
          </p:nvPr>
        </p:nvGrpSpPr>
        <p:grpSpPr>
          <a:xfrm>
            <a:off x="1140493" y="2273919"/>
            <a:ext cx="2850395" cy="452496"/>
            <a:chOff x="-635000" y="-635000"/>
            <a:chExt cx="2850395" cy="452496"/>
          </a:xfrm>
        </p:grpSpPr>
        <p:sp>
          <p:nvSpPr>
            <p:cNvPr id="42" name="Text 8" descr="TEMP_Z_ORDER_14"/>
            <p:cNvSpPr/>
            <p:nvPr>
              <p:custDataLst>
                <p:tags r:id="rId18"/>
              </p:custDataLst>
            </p:nvPr>
          </p:nvSpPr>
          <p:spPr>
            <a:xfrm>
              <a:off x="-635000" y="-635000"/>
              <a:ext cx="2850395" cy="4524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248"/>
                </a:lnSpc>
                <a:buNone/>
              </a:pPr>
              <a:r>
                <a:rPr lang="en-US" sz="96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运行脚本，执行去重、坐标统一、11类自动分类等流程，产出13,113条结构化POI数据，解决多源数据格式不一问题。</a:t>
              </a:r>
              <a:endParaRPr lang="en-US" sz="96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14"/>
            </p:custDataLst>
          </p:nvPr>
        </p:nvGrpSpPr>
        <p:grpSpPr>
          <a:xfrm>
            <a:off x="1140493" y="3081359"/>
            <a:ext cx="2850395" cy="452496"/>
            <a:chOff x="-635000" y="-635000"/>
            <a:chExt cx="2850395" cy="452496"/>
          </a:xfrm>
        </p:grpSpPr>
        <p:sp>
          <p:nvSpPr>
            <p:cNvPr id="26" name="Text 9" descr="TEMP_Z_ORDER_15"/>
            <p:cNvSpPr/>
            <p:nvPr>
              <p:custDataLst>
                <p:tags r:id="rId17"/>
              </p:custDataLst>
            </p:nvPr>
          </p:nvSpPr>
          <p:spPr>
            <a:xfrm>
              <a:off x="-635000" y="-635000"/>
              <a:ext cx="2850395" cy="4524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248"/>
                </a:lnSpc>
                <a:buNone/>
              </a:pPr>
              <a:r>
                <a:rPr lang="en-US" sz="960" dirty="0" err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用Ollama</a:t>
              </a:r>
              <a:r>
                <a:rPr lang="zh-CN" altLang="en-US" sz="96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部署</a:t>
              </a:r>
              <a:r>
                <a:rPr lang="en-US" sz="96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本地大模型纠正POI类别并标记文旅相关性，关联165条文化载体与500米内POI，提升数据精度与分析价值。</a:t>
              </a:r>
              <a:endParaRPr lang="en-US" sz="96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8D3BB7A-D32C-6D4F-8AD6-B96168C3E972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53646" y="3698128"/>
            <a:ext cx="4800600" cy="310214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828C432-A47D-DD35-FFDB-E27C160DEE5B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l="19705" t="5555" r="3625" b="4445"/>
          <a:stretch>
            <a:fillRect/>
          </a:stretch>
        </p:blipFill>
        <p:spPr>
          <a:xfrm>
            <a:off x="6324599" y="2999842"/>
            <a:ext cx="4588437" cy="3858158"/>
          </a:xfrm>
          <a:prstGeom prst="rect">
            <a:avLst/>
          </a:prstGeom>
        </p:spPr>
      </p:pic>
      <p:pic>
        <p:nvPicPr>
          <p:cNvPr id="6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8FE2627D-9038-035F-78F7-B69C9F885FDF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335360" y="203042"/>
            <a:ext cx="65708" cy="711358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10B013EE-97D8-03A2-D4C2-199911CC753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487680" y="366834"/>
            <a:ext cx="4160520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</a:t>
            </a:r>
            <a:r>
              <a:rPr lang="en-US" altLang="zh-CN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数据体系构建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20" name="组合 19"/>
          <p:cNvGrpSpPr/>
          <p:nvPr>
            <p:custDataLst>
              <p:tags r:id="rId2"/>
            </p:custDataLst>
          </p:nvPr>
        </p:nvGrpSpPr>
        <p:grpSpPr>
          <a:xfrm>
            <a:off x="0" y="3249784"/>
            <a:ext cx="3096260" cy="3168635"/>
            <a:chOff x="-635000" y="-635000"/>
            <a:chExt cx="3096260" cy="3168635"/>
          </a:xfrm>
        </p:grpSpPr>
        <p:pic>
          <p:nvPicPr>
            <p:cNvPr id="21" name="Image 2" descr="TEMP_Z_ORDER_2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4"/>
            <a:stretch>
              <a:fillRect/>
            </a:stretch>
          </p:blipFill>
          <p:spPr>
            <a:xfrm>
              <a:off x="-384810" y="-635000"/>
              <a:ext cx="2846070" cy="3168635"/>
            </a:xfrm>
            <a:prstGeom prst="rect">
              <a:avLst/>
            </a:prstGeom>
          </p:spPr>
        </p:pic>
        <p:pic>
          <p:nvPicPr>
            <p:cNvPr id="22" name="Image 3" descr="TEMP_Z_ORDER_3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635000" y="-292232"/>
              <a:ext cx="539750" cy="540000"/>
            </a:xfrm>
            <a:prstGeom prst="rect">
              <a:avLst/>
            </a:prstGeom>
          </p:spPr>
        </p:pic>
      </p:grpSp>
      <p:grpSp>
        <p:nvGrpSpPr>
          <p:cNvPr id="29" name="组合 28"/>
          <p:cNvGrpSpPr/>
          <p:nvPr>
            <p:custDataLst>
              <p:tags r:id="rId3"/>
            </p:custDataLst>
          </p:nvPr>
        </p:nvGrpSpPr>
        <p:grpSpPr>
          <a:xfrm>
            <a:off x="2296655" y="770844"/>
            <a:ext cx="3096260" cy="3168635"/>
            <a:chOff x="-635000" y="-635000"/>
            <a:chExt cx="3096260" cy="3168635"/>
          </a:xfrm>
        </p:grpSpPr>
        <p:pic>
          <p:nvPicPr>
            <p:cNvPr id="30" name="Image 4" descr="TEMP_Z_ORDER_4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-384810" y="-635000"/>
              <a:ext cx="2846070" cy="3168635"/>
            </a:xfrm>
            <a:prstGeom prst="rect">
              <a:avLst/>
            </a:prstGeom>
          </p:spPr>
        </p:pic>
        <p:pic>
          <p:nvPicPr>
            <p:cNvPr id="31" name="Image 5" descr="TEMP_Z_ORDER_5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-635000" y="-292232"/>
              <a:ext cx="539750" cy="540000"/>
            </a:xfrm>
            <a:prstGeom prst="rect">
              <a:avLst/>
            </a:prstGeom>
          </p:spPr>
        </p:pic>
      </p:grpSp>
      <p:grpSp>
        <p:nvGrpSpPr>
          <p:cNvPr id="38" name="组合 37"/>
          <p:cNvGrpSpPr/>
          <p:nvPr>
            <p:custDataLst>
              <p:tags r:id="rId4"/>
            </p:custDataLst>
          </p:nvPr>
        </p:nvGrpSpPr>
        <p:grpSpPr>
          <a:xfrm>
            <a:off x="4166256" y="3272212"/>
            <a:ext cx="3096260" cy="3168635"/>
            <a:chOff x="-635000" y="-635000"/>
            <a:chExt cx="3096260" cy="3168635"/>
          </a:xfrm>
        </p:grpSpPr>
        <p:pic>
          <p:nvPicPr>
            <p:cNvPr id="39" name="Image 6" descr="TEMP_Z_ORDER_6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40"/>
            <a:stretch>
              <a:fillRect/>
            </a:stretch>
          </p:blipFill>
          <p:spPr>
            <a:xfrm>
              <a:off x="-384810" y="-635000"/>
              <a:ext cx="2846070" cy="3168635"/>
            </a:xfrm>
            <a:prstGeom prst="rect">
              <a:avLst/>
            </a:prstGeom>
          </p:spPr>
        </p:pic>
        <p:pic>
          <p:nvPicPr>
            <p:cNvPr id="40" name="Image 7" descr="TEMP_Z_ORDER_7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-635000" y="-292232"/>
              <a:ext cx="539750" cy="540000"/>
            </a:xfrm>
            <a:prstGeom prst="rect">
              <a:avLst/>
            </a:prstGeom>
          </p:spPr>
        </p:pic>
      </p:grpSp>
      <p:grpSp>
        <p:nvGrpSpPr>
          <p:cNvPr id="23" name="组合 22"/>
          <p:cNvGrpSpPr/>
          <p:nvPr>
            <p:custDataLst>
              <p:tags r:id="rId5"/>
            </p:custDataLst>
          </p:nvPr>
        </p:nvGrpSpPr>
        <p:grpSpPr>
          <a:xfrm>
            <a:off x="112767" y="3682341"/>
            <a:ext cx="323807" cy="360420"/>
            <a:chOff x="-630332" y="-653210"/>
            <a:chExt cx="323807" cy="360420"/>
          </a:xfrm>
        </p:grpSpPr>
        <p:sp>
          <p:nvSpPr>
            <p:cNvPr id="24" name="Text 0" descr="TEMP_Z_ORDER_8"/>
            <p:cNvSpPr/>
            <p:nvPr>
              <p:custDataLst>
                <p:tags r:id="rId24"/>
              </p:custDataLst>
            </p:nvPr>
          </p:nvSpPr>
          <p:spPr>
            <a:xfrm>
              <a:off x="-630332" y="-653210"/>
              <a:ext cx="323807" cy="3604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060"/>
                </a:lnSpc>
                <a:buNone/>
              </a:pPr>
              <a:r>
                <a:rPr lang="en-US" sz="204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sz="20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6"/>
            </p:custDataLst>
          </p:nvPr>
        </p:nvGrpSpPr>
        <p:grpSpPr>
          <a:xfrm>
            <a:off x="4260170" y="3704770"/>
            <a:ext cx="323807" cy="360420"/>
            <a:chOff x="60430" y="-541836"/>
            <a:chExt cx="323807" cy="360420"/>
          </a:xfrm>
        </p:grpSpPr>
        <p:sp>
          <p:nvSpPr>
            <p:cNvPr id="42" name="Text 1" descr="TEMP_Z_ORDER_9"/>
            <p:cNvSpPr/>
            <p:nvPr>
              <p:custDataLst>
                <p:tags r:id="rId23"/>
              </p:custDataLst>
            </p:nvPr>
          </p:nvSpPr>
          <p:spPr>
            <a:xfrm>
              <a:off x="60430" y="-541836"/>
              <a:ext cx="323807" cy="3604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060"/>
                </a:lnSpc>
                <a:buNone/>
              </a:pPr>
              <a:r>
                <a:rPr lang="en-US" sz="204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sz="204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31"/>
          <p:cNvGrpSpPr/>
          <p:nvPr>
            <p:custDataLst>
              <p:tags r:id="rId7"/>
            </p:custDataLst>
          </p:nvPr>
        </p:nvGrpSpPr>
        <p:grpSpPr>
          <a:xfrm>
            <a:off x="2409045" y="1203402"/>
            <a:ext cx="323807" cy="360420"/>
            <a:chOff x="-630332" y="-653210"/>
            <a:chExt cx="323807" cy="360420"/>
          </a:xfrm>
        </p:grpSpPr>
        <p:sp>
          <p:nvSpPr>
            <p:cNvPr id="33" name="Text 2" descr="TEMP_Z_ORDER_10"/>
            <p:cNvSpPr/>
            <p:nvPr>
              <p:custDataLst>
                <p:tags r:id="rId22"/>
              </p:custDataLst>
            </p:nvPr>
          </p:nvSpPr>
          <p:spPr>
            <a:xfrm>
              <a:off x="-630332" y="-653210"/>
              <a:ext cx="323807" cy="3604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060"/>
                </a:lnSpc>
                <a:buNone/>
              </a:pPr>
              <a:r>
                <a:rPr lang="en-US" sz="204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sz="20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8"/>
            </p:custDataLst>
          </p:nvPr>
        </p:nvGrpSpPr>
        <p:grpSpPr>
          <a:xfrm>
            <a:off x="771485" y="4204432"/>
            <a:ext cx="2133599" cy="1310640"/>
            <a:chOff x="-635000" y="-635000"/>
            <a:chExt cx="2133599" cy="1310640"/>
          </a:xfrm>
        </p:grpSpPr>
        <p:sp>
          <p:nvSpPr>
            <p:cNvPr id="26" name="Text 3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-635000" y="-635000"/>
              <a:ext cx="2133599" cy="13041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1716"/>
                </a:lnSpc>
                <a:buNone/>
              </a:pPr>
              <a:r>
                <a:rPr lang="en-US" sz="132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全面采集了高德、携程、去哪儿、马蜂窝四大主流旅游平台的用户评论，合计16,391条，为从市场需求侧（游客视角）评估景点体验提供了丰富的第一手数据。</a:t>
              </a:r>
              <a:endParaRPr lang="en-US" sz="13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9"/>
            </p:custDataLst>
          </p:nvPr>
        </p:nvGrpSpPr>
        <p:grpSpPr>
          <a:xfrm>
            <a:off x="3067863" y="1725491"/>
            <a:ext cx="2133599" cy="1531620"/>
            <a:chOff x="-635000" y="-635000"/>
            <a:chExt cx="2133599" cy="1531620"/>
          </a:xfrm>
        </p:grpSpPr>
        <p:sp>
          <p:nvSpPr>
            <p:cNvPr id="35" name="Text 4" descr="TEMP_Z_ORDER_12"/>
            <p:cNvSpPr/>
            <p:nvPr>
              <p:custDataLst>
                <p:tags r:id="rId20"/>
              </p:custDataLst>
            </p:nvPr>
          </p:nvSpPr>
          <p:spPr>
            <a:xfrm>
              <a:off x="-635000" y="-635000"/>
              <a:ext cx="2133599" cy="15221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1716"/>
                </a:lnSpc>
                <a:buNone/>
              </a:pPr>
              <a:r>
                <a:rPr lang="en-US" sz="132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自主设计并实施了从精确匹配到模糊匹配的五段式算法，利用rapidfuzz等工具将海量用户评论精准地关联到对应的POI条目上，解决了评论数据与地理实体无法对应的问题。</a:t>
              </a:r>
              <a:endParaRPr lang="en-US" sz="13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10"/>
            </p:custDataLst>
          </p:nvPr>
        </p:nvGrpSpPr>
        <p:grpSpPr>
          <a:xfrm>
            <a:off x="4937086" y="4226859"/>
            <a:ext cx="2133599" cy="1421608"/>
            <a:chOff x="-635000" y="-635000"/>
            <a:chExt cx="2133599" cy="1421608"/>
          </a:xfrm>
        </p:grpSpPr>
        <p:sp>
          <p:nvSpPr>
            <p:cNvPr id="44" name="Text 5" descr="TEMP_Z_ORDER_13"/>
            <p:cNvSpPr/>
            <p:nvPr>
              <p:custDataLst>
                <p:tags r:id="rId19"/>
              </p:custDataLst>
            </p:nvPr>
          </p:nvSpPr>
          <p:spPr>
            <a:xfrm>
              <a:off x="-635000" y="-635000"/>
              <a:ext cx="2133599" cy="14216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1560"/>
                </a:lnSpc>
                <a:buNone/>
              </a:pPr>
              <a:r>
                <a:rPr lang="en-US" sz="120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在3,073个独立景点名称中，成功将403个与南海区POI库建立匹配，有效过滤了其他区域的干扰数据，确保了后续体验度评估的准确性。至此，研究三大核心数据源（典籍、POI、评论）全部准备就绪。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/>
          <p:cNvGrpSpPr/>
          <p:nvPr>
            <p:custDataLst>
              <p:tags r:id="rId11"/>
            </p:custDataLst>
          </p:nvPr>
        </p:nvGrpSpPr>
        <p:grpSpPr>
          <a:xfrm>
            <a:off x="3067863" y="1293801"/>
            <a:ext cx="2196787" cy="299056"/>
            <a:chOff x="-635000" y="-626056"/>
            <a:chExt cx="2196787" cy="299056"/>
          </a:xfrm>
        </p:grpSpPr>
        <p:sp>
          <p:nvSpPr>
            <p:cNvPr id="37" name="Text 6" descr="TEMP_Z_ORDER_14"/>
            <p:cNvSpPr/>
            <p:nvPr>
              <p:custDataLst>
                <p:tags r:id="rId18"/>
              </p:custDataLst>
            </p:nvPr>
          </p:nvSpPr>
          <p:spPr>
            <a:xfrm>
              <a:off x="-635000" y="-626056"/>
              <a:ext cx="2196787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2F2F2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五段式匹配算法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2"/>
            </p:custDataLst>
          </p:nvPr>
        </p:nvGrpSpPr>
        <p:grpSpPr>
          <a:xfrm>
            <a:off x="771485" y="3772740"/>
            <a:ext cx="2196787" cy="299056"/>
            <a:chOff x="-635000" y="-626056"/>
            <a:chExt cx="2196787" cy="299056"/>
          </a:xfrm>
        </p:grpSpPr>
        <p:sp>
          <p:nvSpPr>
            <p:cNvPr id="28" name="Text 7" descr="TEMP_Z_ORDER_15"/>
            <p:cNvSpPr/>
            <p:nvPr>
              <p:custDataLst>
                <p:tags r:id="rId17"/>
              </p:custDataLst>
            </p:nvPr>
          </p:nvSpPr>
          <p:spPr>
            <a:xfrm>
              <a:off x="-635000" y="-626056"/>
              <a:ext cx="2196787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2F2F2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多平台评论采集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5" name="组合 44"/>
          <p:cNvGrpSpPr/>
          <p:nvPr>
            <p:custDataLst>
              <p:tags r:id="rId13"/>
            </p:custDataLst>
          </p:nvPr>
        </p:nvGrpSpPr>
        <p:grpSpPr>
          <a:xfrm>
            <a:off x="4937186" y="3795169"/>
            <a:ext cx="2196787" cy="299056"/>
            <a:chOff x="-635000" y="-626056"/>
            <a:chExt cx="2196787" cy="299056"/>
          </a:xfrm>
        </p:grpSpPr>
        <p:sp>
          <p:nvSpPr>
            <p:cNvPr id="46" name="Text 9" descr="TEMP_Z_ORDER_17"/>
            <p:cNvSpPr/>
            <p:nvPr>
              <p:custDataLst>
                <p:tags r:id="rId16"/>
              </p:custDataLst>
            </p:nvPr>
          </p:nvSpPr>
          <p:spPr>
            <a:xfrm>
              <a:off x="-635000" y="-626056"/>
              <a:ext cx="2196787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2F2F2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匹配结果分析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9D0C522-6145-8BA8-9D7F-7A5ED84B686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262516" y="1571913"/>
            <a:ext cx="4786434" cy="4157048"/>
          </a:xfrm>
          <a:prstGeom prst="rect">
            <a:avLst/>
          </a:prstGeom>
        </p:spPr>
      </p:pic>
      <p:pic>
        <p:nvPicPr>
          <p:cNvPr id="4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FA790734-0242-3D7E-5156-DE8161AEA824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335360" y="203042"/>
            <a:ext cx="65708" cy="711358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79716A9A-E1F5-9143-EE46-9B8B654BA02A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87680" y="366834"/>
            <a:ext cx="3855720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 </a:t>
            </a:r>
            <a:r>
              <a:rPr lang="zh-CN" alt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评论采集与</a:t>
            </a:r>
            <a:r>
              <a:rPr lang="en-US" altLang="zh-CN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9E54206-F995-C52F-CFAD-480A239D836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669337" y="579839"/>
            <a:ext cx="4750485" cy="3481809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40" name="组合 39"/>
          <p:cNvGrpSpPr/>
          <p:nvPr>
            <p:custDataLst>
              <p:tags r:id="rId2"/>
            </p:custDataLst>
          </p:nvPr>
        </p:nvGrpSpPr>
        <p:grpSpPr>
          <a:xfrm>
            <a:off x="-50270" y="941253"/>
            <a:ext cx="2304041" cy="811348"/>
            <a:chOff x="-635000" y="-635000"/>
            <a:chExt cx="2304041" cy="1251521"/>
          </a:xfrm>
        </p:grpSpPr>
        <p:pic>
          <p:nvPicPr>
            <p:cNvPr id="41" name="Image 2" descr="TEMP_Z_ORDER_2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225960" y="-635000"/>
              <a:ext cx="582120" cy="582120"/>
            </a:xfrm>
            <a:prstGeom prst="rect">
              <a:avLst/>
            </a:prstGeom>
          </p:spPr>
        </p:pic>
        <p:pic>
          <p:nvPicPr>
            <p:cNvPr id="42" name="Image 3" descr="TEMP_Z_ORDER_3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635000" y="556653"/>
              <a:ext cx="2304041" cy="59868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>
            <p:custDataLst>
              <p:tags r:id="rId3"/>
            </p:custDataLst>
          </p:nvPr>
        </p:nvGrpSpPr>
        <p:grpSpPr>
          <a:xfrm>
            <a:off x="2442391" y="941253"/>
            <a:ext cx="2304042" cy="811348"/>
            <a:chOff x="-635000" y="-635000"/>
            <a:chExt cx="2304042" cy="1251521"/>
          </a:xfrm>
        </p:grpSpPr>
        <p:pic>
          <p:nvPicPr>
            <p:cNvPr id="29" name="Image 4" descr="TEMP_Z_ORDER_4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225961" y="-635000"/>
              <a:ext cx="582120" cy="582120"/>
            </a:xfrm>
            <a:prstGeom prst="rect">
              <a:avLst/>
            </a:prstGeom>
          </p:spPr>
        </p:pic>
        <p:pic>
          <p:nvPicPr>
            <p:cNvPr id="30" name="Image 5" descr="TEMP_Z_ORDER_5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-635000" y="556653"/>
              <a:ext cx="2304042" cy="59868"/>
            </a:xfrm>
            <a:prstGeom prst="rect">
              <a:avLst/>
            </a:prstGeom>
          </p:spPr>
        </p:pic>
      </p:grpSp>
      <p:grpSp>
        <p:nvGrpSpPr>
          <p:cNvPr id="34" name="组合 33"/>
          <p:cNvGrpSpPr/>
          <p:nvPr>
            <p:custDataLst>
              <p:tags r:id="rId4"/>
            </p:custDataLst>
          </p:nvPr>
        </p:nvGrpSpPr>
        <p:grpSpPr>
          <a:xfrm>
            <a:off x="-27561" y="3837842"/>
            <a:ext cx="2304041" cy="836234"/>
            <a:chOff x="-635000" y="-635000"/>
            <a:chExt cx="2304041" cy="1251521"/>
          </a:xfrm>
        </p:grpSpPr>
        <p:pic>
          <p:nvPicPr>
            <p:cNvPr id="35" name="Image 6" descr="TEMP_Z_ORDER_6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225960" y="-635000"/>
              <a:ext cx="582120" cy="582120"/>
            </a:xfrm>
            <a:prstGeom prst="rect">
              <a:avLst/>
            </a:prstGeom>
          </p:spPr>
        </p:pic>
        <p:pic>
          <p:nvPicPr>
            <p:cNvPr id="36" name="Image 7" descr="TEMP_Z_ORDER_7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-635000" y="556653"/>
              <a:ext cx="2304041" cy="59868"/>
            </a:xfrm>
            <a:prstGeom prst="rect">
              <a:avLst/>
            </a:prstGeom>
          </p:spPr>
        </p:pic>
      </p:grpSp>
      <p:grpSp>
        <p:nvGrpSpPr>
          <p:cNvPr id="21" name="组合 20"/>
          <p:cNvGrpSpPr/>
          <p:nvPr>
            <p:custDataLst>
              <p:tags r:id="rId5"/>
            </p:custDataLst>
          </p:nvPr>
        </p:nvGrpSpPr>
        <p:grpSpPr>
          <a:xfrm>
            <a:off x="2442392" y="3837841"/>
            <a:ext cx="2304041" cy="836235"/>
            <a:chOff x="-634999" y="-635000"/>
            <a:chExt cx="2304041" cy="1239242"/>
          </a:xfrm>
        </p:grpSpPr>
        <p:pic>
          <p:nvPicPr>
            <p:cNvPr id="22" name="Image 8" descr="TEMP_Z_ORDER_8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225960" y="-635000"/>
              <a:ext cx="582120" cy="582120"/>
            </a:xfrm>
            <a:prstGeom prst="rect">
              <a:avLst/>
            </a:prstGeom>
          </p:spPr>
        </p:pic>
        <p:pic>
          <p:nvPicPr>
            <p:cNvPr id="23" name="Image 9" descr="TEMP_Z_ORDER_9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-634999" y="544374"/>
              <a:ext cx="2304041" cy="59868"/>
            </a:xfrm>
            <a:prstGeom prst="rect">
              <a:avLst/>
            </a:prstGeom>
          </p:spPr>
        </p:pic>
      </p:grpSp>
      <p:grpSp>
        <p:nvGrpSpPr>
          <p:cNvPr id="24" name="组合 23"/>
          <p:cNvGrpSpPr/>
          <p:nvPr>
            <p:custDataLst>
              <p:tags r:id="rId6"/>
            </p:custDataLst>
          </p:nvPr>
        </p:nvGrpSpPr>
        <p:grpSpPr>
          <a:xfrm>
            <a:off x="2743200" y="5077100"/>
            <a:ext cx="2082286" cy="1668598"/>
            <a:chOff x="-6502400" y="1998029"/>
            <a:chExt cx="2082286" cy="1668598"/>
          </a:xfrm>
        </p:grpSpPr>
        <p:sp>
          <p:nvSpPr>
            <p:cNvPr id="25" name="Text 1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-6502400" y="1998029"/>
              <a:ext cx="2082286" cy="16685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84"/>
                </a:lnSpc>
                <a:buNone/>
              </a:pPr>
              <a:r>
                <a:rPr lang="en-US" sz="140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借助阿里千问`qwen-3.5-plus`模型强大的语义理解能力，最终从541万字的语料库中高效抽取出8,048个去重后的高质量文化实体。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/>
          <p:nvPr>
            <p:custDataLst>
              <p:tags r:id="rId7"/>
            </p:custDataLst>
          </p:nvPr>
        </p:nvGrpSpPr>
        <p:grpSpPr>
          <a:xfrm>
            <a:off x="2551829" y="1346344"/>
            <a:ext cx="2161803" cy="2491497"/>
            <a:chOff x="-1473785" y="-1181309"/>
            <a:chExt cx="2161803" cy="2488979"/>
          </a:xfrm>
        </p:grpSpPr>
        <p:sp>
          <p:nvSpPr>
            <p:cNvPr id="32" name="Text 2" descr="TEMP_Z_ORDER_12"/>
            <p:cNvSpPr/>
            <p:nvPr>
              <p:custDataLst>
                <p:tags r:id="rId18"/>
              </p:custDataLst>
            </p:nvPr>
          </p:nvSpPr>
          <p:spPr>
            <a:xfrm>
              <a:off x="-1394268" y="-641085"/>
              <a:ext cx="2082286" cy="19487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84"/>
                </a:lnSpc>
                <a:buNone/>
              </a:pPr>
              <a:r>
                <a:rPr lang="en-US" sz="140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同时对接官方的8大类国标分类体系（如非遗、不可移动文物等），</a:t>
              </a:r>
              <a:r>
                <a:rPr lang="en-US" sz="1400" dirty="0" err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使每个抽取的实体都具备双重身份，既满足学术深度，又能与国家文化管理标准无缝对接</a:t>
              </a:r>
              <a:r>
                <a:rPr lang="en-US" sz="140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Text 3" descr="TEMP_Z_ORDER_13"/>
            <p:cNvSpPr/>
            <p:nvPr>
              <p:custDataLst>
                <p:tags r:id="rId19"/>
              </p:custDataLst>
            </p:nvPr>
          </p:nvSpPr>
          <p:spPr>
            <a:xfrm>
              <a:off x="-1473785" y="-1181309"/>
              <a:ext cx="2085165" cy="2865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96"/>
                </a:lnSpc>
                <a:buNone/>
              </a:pPr>
              <a:r>
                <a:rPr lang="en-US" sz="1400" b="1" dirty="0" err="1">
                  <a:solidFill>
                    <a:srgbClr val="5A0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官方分类体系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8"/>
            </p:custDataLst>
          </p:nvPr>
        </p:nvGrpSpPr>
        <p:grpSpPr>
          <a:xfrm>
            <a:off x="2551829" y="4291174"/>
            <a:ext cx="2085165" cy="286810"/>
            <a:chOff x="-6692331" y="1762969"/>
            <a:chExt cx="2085165" cy="286810"/>
          </a:xfrm>
        </p:grpSpPr>
        <p:sp>
          <p:nvSpPr>
            <p:cNvPr id="27" name="Text 4" descr="TEMP_Z_ORDER_14"/>
            <p:cNvSpPr/>
            <p:nvPr>
              <p:custDataLst>
                <p:tags r:id="rId17"/>
              </p:custDataLst>
            </p:nvPr>
          </p:nvSpPr>
          <p:spPr>
            <a:xfrm>
              <a:off x="-6692331" y="1762969"/>
              <a:ext cx="2085165" cy="28681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96"/>
                </a:lnSpc>
                <a:buNone/>
              </a:pPr>
              <a:r>
                <a:rPr lang="en-US" sz="1400" b="1" dirty="0" err="1">
                  <a:solidFill>
                    <a:srgbClr val="5A0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最终产出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9"/>
            </p:custDataLst>
          </p:nvPr>
        </p:nvGrpSpPr>
        <p:grpSpPr>
          <a:xfrm>
            <a:off x="84755" y="4284987"/>
            <a:ext cx="2172549" cy="2474199"/>
            <a:chOff x="-6550132" y="1757120"/>
            <a:chExt cx="2172549" cy="2472018"/>
          </a:xfrm>
        </p:grpSpPr>
        <p:sp>
          <p:nvSpPr>
            <p:cNvPr id="38" name="Text 5" descr="TEMP_Z_ORDER_15"/>
            <p:cNvSpPr/>
            <p:nvPr>
              <p:custDataLst>
                <p:tags r:id="rId15"/>
              </p:custDataLst>
            </p:nvPr>
          </p:nvSpPr>
          <p:spPr>
            <a:xfrm>
              <a:off x="-6462748" y="1757120"/>
              <a:ext cx="2085165" cy="28655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96"/>
                </a:lnSpc>
                <a:buNone/>
              </a:pPr>
              <a:r>
                <a:rPr lang="en-US" sz="1400" b="1" dirty="0" err="1">
                  <a:solidFill>
                    <a:srgbClr val="5A0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双标注示例与流程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 6" descr="TEMP_Z_ORDER_16"/>
            <p:cNvSpPr/>
            <p:nvPr>
              <p:custDataLst>
                <p:tags r:id="rId16"/>
              </p:custDataLst>
            </p:nvPr>
          </p:nvSpPr>
          <p:spPr>
            <a:xfrm>
              <a:off x="-6550132" y="2280130"/>
              <a:ext cx="2082286" cy="19490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84"/>
                </a:lnSpc>
                <a:buNone/>
              </a:pPr>
              <a:r>
                <a:rPr lang="en-US" sz="140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例如，“醒狮”被同时标注为AI分类下的“A1表演艺术类非遗”和官方分类下的“非物质文化遗产/</a:t>
              </a:r>
              <a:r>
                <a:rPr lang="en-US" sz="1400" dirty="0" err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传统舞蹈</a:t>
              </a:r>
              <a:r>
                <a:rPr lang="en-US" sz="140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”，</a:t>
              </a:r>
              <a:r>
                <a:rPr lang="en-US" sz="1400" dirty="0" err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整个流程通过大模型分块抽取、自动校验、去重后完成</a:t>
              </a:r>
              <a:r>
                <a:rPr lang="en-US" sz="140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10"/>
            </p:custDataLst>
          </p:nvPr>
        </p:nvGrpSpPr>
        <p:grpSpPr>
          <a:xfrm>
            <a:off x="59167" y="1330574"/>
            <a:ext cx="2287047" cy="2239623"/>
            <a:chOff x="-1357174" y="-1194688"/>
            <a:chExt cx="2287047" cy="2237644"/>
          </a:xfrm>
        </p:grpSpPr>
        <p:sp>
          <p:nvSpPr>
            <p:cNvPr id="44" name="Text 7" descr="TEMP_Z_ORDER_17"/>
            <p:cNvSpPr/>
            <p:nvPr>
              <p:custDataLst>
                <p:tags r:id="rId13"/>
              </p:custDataLst>
            </p:nvPr>
          </p:nvSpPr>
          <p:spPr>
            <a:xfrm>
              <a:off x="-1357174" y="-1194688"/>
              <a:ext cx="2085165" cy="28655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96"/>
                </a:lnSpc>
                <a:buNone/>
              </a:pPr>
              <a:r>
                <a:rPr lang="en-US" sz="1400" b="1" dirty="0" err="1">
                  <a:solidFill>
                    <a:srgbClr val="5A0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研究分类体系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Text 8" descr="TEMP_Z_ORDER_18"/>
            <p:cNvSpPr/>
            <p:nvPr>
              <p:custDataLst>
                <p:tags r:id="rId14"/>
              </p:custDataLst>
            </p:nvPr>
          </p:nvSpPr>
          <p:spPr>
            <a:xfrm>
              <a:off x="-1152413" y="-624168"/>
              <a:ext cx="2082286" cy="166712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84"/>
                </a:lnSpc>
                <a:buNone/>
              </a:pPr>
              <a:r>
                <a:rPr lang="en-US" sz="140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构建了一个三层六大类28小类的</a:t>
              </a:r>
              <a:r>
                <a:rPr lang="zh-CN" altLang="en-US" sz="140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</a:t>
              </a:r>
              <a:r>
                <a:rPr lang="en-US" sz="1400" dirty="0" err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研究分类体系，从文化本体、传承承载、认知支撑三个层面解构文化元素，为学术研究提供了精细化的分析框架</a:t>
              </a:r>
              <a:r>
                <a:rPr lang="en-US" sz="140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7F5E11A3-F67E-F0B6-A71A-9C3D6D8FE417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604826" y="4525525"/>
            <a:ext cx="2944976" cy="22166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08E7386-8220-1884-70B5-FDA50253B022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783118" y="4540119"/>
            <a:ext cx="2944976" cy="2277326"/>
          </a:xfrm>
          <a:prstGeom prst="rect">
            <a:avLst/>
          </a:prstGeom>
        </p:spPr>
      </p:pic>
      <p:pic>
        <p:nvPicPr>
          <p:cNvPr id="4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B35EED15-998E-67F3-5112-CC8216B4DB9E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0"/>
          <a:stretch>
            <a:fillRect/>
          </a:stretch>
        </p:blipFill>
        <p:spPr>
          <a:xfrm>
            <a:off x="335360" y="203042"/>
            <a:ext cx="65708" cy="711358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6A149460-D2D4-A63F-32F0-89B0797304A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680" y="366834"/>
            <a:ext cx="4541520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en-US" altLang="zh-CN" sz="2800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LLM双标签</a:t>
            </a:r>
            <a:r>
              <a:rPr lang="zh-CN" alt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实体抽取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19713439"/>
              </p:ext>
            </p:extLst>
          </p:nvPr>
        </p:nvGraphicFramePr>
        <p:xfrm>
          <a:off x="5334000" y="1388485"/>
          <a:ext cx="6291279" cy="2030636"/>
        </p:xfrm>
        <a:graphic>
          <a:graphicData uri="http://schemas.openxmlformats.org/drawingml/2006/table">
            <a:tbl>
              <a:tblPr/>
              <a:tblGrid>
                <a:gridCol w="779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2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1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>
                          <a:solidFill>
                            <a:srgbClr val="FFFFFF"/>
                          </a:solidFill>
                        </a:rPr>
                        <a:t>要点类别</a:t>
                      </a:r>
                      <a:endParaRPr lang="en-US" sz="1110"/>
                    </a:p>
                  </a:txBody>
                  <a:tcPr marL="86424" marR="86424" marT="86424" marB="8642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 dirty="0" err="1">
                          <a:solidFill>
                            <a:srgbClr val="FFFFFF"/>
                          </a:solidFill>
                        </a:rPr>
                        <a:t>核心内容</a:t>
                      </a:r>
                      <a:endParaRPr lang="en-US" sz="1110" dirty="0"/>
                    </a:p>
                  </a:txBody>
                  <a:tcPr marL="86424" marR="86424" marT="86424" marB="8642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7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1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>
                          <a:solidFill>
                            <a:srgbClr val="000000"/>
                          </a:solidFill>
                        </a:rPr>
                        <a:t>关系组构建</a:t>
                      </a:r>
                      <a:endParaRPr lang="en-US" sz="1110"/>
                    </a:p>
                  </a:txBody>
                  <a:tcPr marL="86424" marR="86424" marT="86424" marB="8642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>
                          <a:solidFill>
                            <a:srgbClr val="000000"/>
                          </a:solidFill>
                        </a:rPr>
                        <a:t>定义空间关联、传承延续等九大类语义关系组，覆盖文化实体间联系（如湛若水【营建创造】大科书院）</a:t>
                      </a:r>
                      <a:endParaRPr lang="en-US" sz="1110"/>
                    </a:p>
                  </a:txBody>
                  <a:tcPr marL="86424" marR="86424" marT="86424" marB="8642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1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>
                          <a:solidFill>
                            <a:srgbClr val="000000"/>
                          </a:solidFill>
                        </a:rPr>
                        <a:t>质量控制</a:t>
                      </a:r>
                      <a:endParaRPr lang="en-US" sz="1110"/>
                    </a:p>
                  </a:txBody>
                  <a:tcPr marL="86424" marR="86424" marT="86424" marB="8642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>
                          <a:solidFill>
                            <a:srgbClr val="000000"/>
                          </a:solidFill>
                        </a:rPr>
                        <a:t>通过方向校验、禁用空泛词、附原文证据、谓词自动归类、合规脚本审核确保准确性与可追溯性</a:t>
                      </a:r>
                      <a:endParaRPr lang="en-US" sz="1110"/>
                    </a:p>
                  </a:txBody>
                  <a:tcPr marL="86424" marR="86424" marT="86424" marB="8642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1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>
                          <a:solidFill>
                            <a:srgbClr val="000000"/>
                          </a:solidFill>
                        </a:rPr>
                        <a:t>关键产出</a:t>
                      </a:r>
                      <a:endParaRPr lang="en-US" sz="1110"/>
                    </a:p>
                  </a:txBody>
                  <a:tcPr marL="86424" marR="86424" marT="86424" marB="8642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10" dirty="0">
                          <a:solidFill>
                            <a:srgbClr val="000000"/>
                          </a:solidFill>
                        </a:rPr>
                        <a:t>抽取19,382条高质量语义关系，构成知识图谱骨架，链接离散实体形成逻辑知识网络</a:t>
                      </a:r>
                      <a:endParaRPr lang="en-US" sz="1110" dirty="0"/>
                    </a:p>
                  </a:txBody>
                  <a:tcPr marL="86424" marR="86424" marT="86424" marB="86424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6" name="组合 15"/>
          <p:cNvGrpSpPr/>
          <p:nvPr>
            <p:custDataLst>
              <p:tags r:id="rId3"/>
            </p:custDataLst>
          </p:nvPr>
        </p:nvGrpSpPr>
        <p:grpSpPr>
          <a:xfrm>
            <a:off x="724614" y="1445064"/>
            <a:ext cx="166210" cy="332420"/>
            <a:chOff x="-635000" y="-635000"/>
            <a:chExt cx="166210" cy="332420"/>
          </a:xfrm>
        </p:grpSpPr>
        <p:pic>
          <p:nvPicPr>
            <p:cNvPr id="17" name="Image 2" descr="TEMP_Z_ORDER_3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66210" cy="332420"/>
            </a:xfrm>
            <a:prstGeom prst="rect">
              <a:avLst/>
            </a:prstGeom>
          </p:spPr>
        </p:pic>
      </p:grpSp>
      <p:grpSp>
        <p:nvGrpSpPr>
          <p:cNvPr id="22" name="组合 21"/>
          <p:cNvGrpSpPr/>
          <p:nvPr>
            <p:custDataLst>
              <p:tags r:id="rId4"/>
            </p:custDataLst>
          </p:nvPr>
        </p:nvGrpSpPr>
        <p:grpSpPr>
          <a:xfrm>
            <a:off x="724614" y="3096885"/>
            <a:ext cx="166210" cy="332419"/>
            <a:chOff x="-635000" y="-635000"/>
            <a:chExt cx="166210" cy="332419"/>
          </a:xfrm>
        </p:grpSpPr>
        <p:pic>
          <p:nvPicPr>
            <p:cNvPr id="23" name="Image 3" descr="TEMP_Z_ORDER_4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66210" cy="332419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>
            <p:custDataLst>
              <p:tags r:id="rId5"/>
            </p:custDataLst>
          </p:nvPr>
        </p:nvGrpSpPr>
        <p:grpSpPr>
          <a:xfrm>
            <a:off x="724614" y="4748703"/>
            <a:ext cx="166210" cy="332419"/>
            <a:chOff x="-635000" y="-635000"/>
            <a:chExt cx="166210" cy="332419"/>
          </a:xfrm>
        </p:grpSpPr>
        <p:pic>
          <p:nvPicPr>
            <p:cNvPr id="29" name="Image 4" descr="TEMP_Z_ORDER_5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66210" cy="332419"/>
            </a:xfrm>
            <a:prstGeom prst="rect">
              <a:avLst/>
            </a:prstGeom>
          </p:spPr>
        </p:pic>
      </p:grpSp>
      <p:grpSp>
        <p:nvGrpSpPr>
          <p:cNvPr id="24" name="组合 23"/>
          <p:cNvGrpSpPr/>
          <p:nvPr>
            <p:custDataLst>
              <p:tags r:id="rId6"/>
            </p:custDataLst>
          </p:nvPr>
        </p:nvGrpSpPr>
        <p:grpSpPr>
          <a:xfrm>
            <a:off x="1012643" y="3509351"/>
            <a:ext cx="3446063" cy="655320"/>
            <a:chOff x="-635000" y="-635000"/>
            <a:chExt cx="3446063" cy="655320"/>
          </a:xfrm>
        </p:grpSpPr>
        <p:sp>
          <p:nvSpPr>
            <p:cNvPr id="25" name="Text 0" descr="TEMP_Z_ORDER_6"/>
            <p:cNvSpPr/>
            <p:nvPr>
              <p:custDataLst>
                <p:tags r:id="rId19"/>
              </p:custDataLst>
            </p:nvPr>
          </p:nvSpPr>
          <p:spPr>
            <a:xfrm>
              <a:off x="-635000" y="-635000"/>
              <a:ext cx="3446063" cy="6504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716"/>
                </a:lnSpc>
                <a:buNone/>
              </a:pPr>
              <a:r>
                <a:rPr lang="en-US" sz="132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通过方向校验、禁用空泛词、附原文证据等多重手段，确保抽取关系的准确性、可追溯性和学术严谨性，避免“黑箱”操作。</a:t>
              </a:r>
              <a:endParaRPr lang="en-US" sz="13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7"/>
            </p:custDataLst>
          </p:nvPr>
        </p:nvGrpSpPr>
        <p:grpSpPr>
          <a:xfrm>
            <a:off x="1011203" y="4765386"/>
            <a:ext cx="3448942" cy="299056"/>
            <a:chOff x="-635000" y="-626056"/>
            <a:chExt cx="3448942" cy="299056"/>
          </a:xfrm>
        </p:grpSpPr>
        <p:sp>
          <p:nvSpPr>
            <p:cNvPr id="31" name="Text 1" descr="TEMP_Z_ORDER_7"/>
            <p:cNvSpPr/>
            <p:nvPr>
              <p:custDataLst>
                <p:tags r:id="rId18"/>
              </p:custDataLst>
            </p:nvPr>
          </p:nvSpPr>
          <p:spPr>
            <a:xfrm>
              <a:off x="-635000" y="-626056"/>
              <a:ext cx="3448942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5A0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关键产出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8"/>
            </p:custDataLst>
          </p:nvPr>
        </p:nvGrpSpPr>
        <p:grpSpPr>
          <a:xfrm>
            <a:off x="1011203" y="3113567"/>
            <a:ext cx="3448942" cy="299056"/>
            <a:chOff x="-635000" y="-626056"/>
            <a:chExt cx="3448942" cy="299056"/>
          </a:xfrm>
        </p:grpSpPr>
        <p:sp>
          <p:nvSpPr>
            <p:cNvPr id="27" name="Text 2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-635000" y="-626056"/>
              <a:ext cx="3448942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5A0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严格质量控制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31"/>
          <p:cNvGrpSpPr/>
          <p:nvPr>
            <p:custDataLst>
              <p:tags r:id="rId9"/>
            </p:custDataLst>
          </p:nvPr>
        </p:nvGrpSpPr>
        <p:grpSpPr>
          <a:xfrm>
            <a:off x="1012643" y="5161170"/>
            <a:ext cx="3446063" cy="831533"/>
            <a:chOff x="-635000" y="-635000"/>
            <a:chExt cx="3446063" cy="831533"/>
          </a:xfrm>
        </p:grpSpPr>
        <p:sp>
          <p:nvSpPr>
            <p:cNvPr id="33" name="Text 3" descr="TEMP_Z_ORDER_9"/>
            <p:cNvSpPr/>
            <p:nvPr>
              <p:custDataLst>
                <p:tags r:id="rId16"/>
              </p:custDataLst>
            </p:nvPr>
          </p:nvSpPr>
          <p:spPr>
            <a:xfrm>
              <a:off x="-635000" y="-635000"/>
              <a:ext cx="3446063" cy="8277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184"/>
                </a:lnSpc>
                <a:buNone/>
              </a:pPr>
              <a:r>
                <a:rPr lang="en-US" sz="168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成功抽取19382条高质量语义关系，构成知识图谱骨架，链接离散实体成逻辑网络，支持深层关联分析。</a:t>
              </a:r>
              <a:endParaRPr lang="en-US" sz="168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0"/>
            </p:custDataLst>
          </p:nvPr>
        </p:nvGrpSpPr>
        <p:grpSpPr>
          <a:xfrm>
            <a:off x="1012643" y="1857531"/>
            <a:ext cx="3446063" cy="600870"/>
            <a:chOff x="-635000" y="-635000"/>
            <a:chExt cx="3446063" cy="600870"/>
          </a:xfrm>
        </p:grpSpPr>
        <p:sp>
          <p:nvSpPr>
            <p:cNvPr id="19" name="Text 4" descr="TEMP_Z_ORDER_10"/>
            <p:cNvSpPr/>
            <p:nvPr>
              <p:custDataLst>
                <p:tags r:id="rId15"/>
              </p:custDataLst>
            </p:nvPr>
          </p:nvSpPr>
          <p:spPr>
            <a:xfrm>
              <a:off x="-635000" y="-635000"/>
              <a:ext cx="3446063" cy="6008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560"/>
                </a:lnSpc>
                <a:buNone/>
              </a:pPr>
              <a:r>
                <a:rPr lang="en-US" sz="120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定义了空间关联、传承延续、营建创造、文献记载等九大类语义关系组，全面覆盖文化实体间联系，如“湛若水”【营建创造】→“大科书院”。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1"/>
            </p:custDataLst>
          </p:nvPr>
        </p:nvGrpSpPr>
        <p:grpSpPr>
          <a:xfrm>
            <a:off x="1011203" y="1461747"/>
            <a:ext cx="3448942" cy="299056"/>
            <a:chOff x="-635000" y="-626056"/>
            <a:chExt cx="3448942" cy="299056"/>
          </a:xfrm>
        </p:grpSpPr>
        <p:sp>
          <p:nvSpPr>
            <p:cNvPr id="21" name="Text 6" descr="TEMP_Z_ORDER_12"/>
            <p:cNvSpPr/>
            <p:nvPr>
              <p:custDataLst>
                <p:tags r:id="rId14"/>
              </p:custDataLst>
            </p:nvPr>
          </p:nvSpPr>
          <p:spPr>
            <a:xfrm>
              <a:off x="-635000" y="-626056"/>
              <a:ext cx="3448942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5A0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九大关系组构建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9486974-F255-5AB9-CB9A-EF89718221BA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36829" y="3901603"/>
            <a:ext cx="2890955" cy="23386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0745044-8755-A8D3-D29F-B9133B5BD53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278005" y="3911785"/>
            <a:ext cx="3801208" cy="2338674"/>
          </a:xfrm>
          <a:prstGeom prst="rect">
            <a:avLst/>
          </a:prstGeom>
        </p:spPr>
      </p:pic>
      <p:pic>
        <p:nvPicPr>
          <p:cNvPr id="4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BF1C96FB-7A1A-6249-FCDF-6C9F3C4C82F4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335360" y="203042"/>
            <a:ext cx="65708" cy="711358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A4D7A96E-4000-68DC-B29E-D5EC569C176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680" y="366834"/>
            <a:ext cx="3971026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LLM</a:t>
            </a:r>
            <a:r>
              <a:rPr lang="zh-CN" alt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实体关系抽取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61" name="组合 60"/>
          <p:cNvGrpSpPr/>
          <p:nvPr>
            <p:custDataLst>
              <p:tags r:id="rId2"/>
            </p:custDataLst>
          </p:nvPr>
        </p:nvGrpSpPr>
        <p:grpSpPr>
          <a:xfrm>
            <a:off x="1184890" y="1413834"/>
            <a:ext cx="2286120" cy="4648444"/>
            <a:chOff x="-635000" y="-635000"/>
            <a:chExt cx="2286120" cy="4648444"/>
          </a:xfrm>
        </p:grpSpPr>
        <p:pic>
          <p:nvPicPr>
            <p:cNvPr id="62" name="Image 2" descr="TEMP_Z_ORDER_2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4"/>
            <a:stretch>
              <a:fillRect/>
            </a:stretch>
          </p:blipFill>
          <p:spPr>
            <a:xfrm>
              <a:off x="-635000" y="1727324"/>
              <a:ext cx="2286120" cy="2286120"/>
            </a:xfrm>
            <a:prstGeom prst="rect">
              <a:avLst/>
            </a:prstGeom>
          </p:spPr>
        </p:pic>
        <p:pic>
          <p:nvPicPr>
            <p:cNvPr id="63" name="Image 3" descr="TEMP_Z_ORDER_3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45"/>
            <a:stretch>
              <a:fillRect/>
            </a:stretch>
          </p:blipFill>
          <p:spPr>
            <a:xfrm>
              <a:off x="-635000" y="-635000"/>
              <a:ext cx="2286120" cy="2286120"/>
            </a:xfrm>
            <a:prstGeom prst="rect">
              <a:avLst/>
            </a:prstGeom>
          </p:spPr>
        </p:pic>
      </p:grpSp>
      <p:grpSp>
        <p:nvGrpSpPr>
          <p:cNvPr id="44" name="组合 43"/>
          <p:cNvGrpSpPr/>
          <p:nvPr>
            <p:custDataLst>
              <p:tags r:id="rId3"/>
            </p:custDataLst>
          </p:nvPr>
        </p:nvGrpSpPr>
        <p:grpSpPr>
          <a:xfrm>
            <a:off x="4424430" y="1306151"/>
            <a:ext cx="3369401" cy="2122849"/>
            <a:chOff x="-635000" y="-635000"/>
            <a:chExt cx="3369401" cy="2122849"/>
          </a:xfrm>
        </p:grpSpPr>
        <p:pic>
          <p:nvPicPr>
            <p:cNvPr id="45" name="Image 4" descr="TEMP_Z_ORDER_4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46"/>
            <a:stretch>
              <a:fillRect/>
            </a:stretch>
          </p:blipFill>
          <p:spPr>
            <a:xfrm>
              <a:off x="-635000" y="-531417"/>
              <a:ext cx="3278215" cy="2019266"/>
            </a:xfrm>
            <a:prstGeom prst="rect">
              <a:avLst/>
            </a:prstGeom>
          </p:spPr>
        </p:pic>
        <p:pic>
          <p:nvPicPr>
            <p:cNvPr id="46" name="Image 5" descr="TEMP_Z_ORDER_5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2274026" y="-635000"/>
              <a:ext cx="460375" cy="428516"/>
            </a:xfrm>
            <a:prstGeom prst="rect">
              <a:avLst/>
            </a:prstGeom>
          </p:spPr>
        </p:pic>
      </p:grpSp>
      <p:grpSp>
        <p:nvGrpSpPr>
          <p:cNvPr id="35" name="组合 34"/>
          <p:cNvGrpSpPr/>
          <p:nvPr>
            <p:custDataLst>
              <p:tags r:id="rId4"/>
            </p:custDataLst>
          </p:nvPr>
        </p:nvGrpSpPr>
        <p:grpSpPr>
          <a:xfrm>
            <a:off x="4424430" y="3939623"/>
            <a:ext cx="3369600" cy="2122849"/>
            <a:chOff x="-635000" y="-635000"/>
            <a:chExt cx="3369600" cy="2122849"/>
          </a:xfrm>
        </p:grpSpPr>
        <p:pic>
          <p:nvPicPr>
            <p:cNvPr id="36" name="Image 6" descr="TEMP_Z_ORDER_6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46"/>
            <a:stretch>
              <a:fillRect/>
            </a:stretch>
          </p:blipFill>
          <p:spPr>
            <a:xfrm>
              <a:off x="-635000" y="-531417"/>
              <a:ext cx="3278215" cy="2019266"/>
            </a:xfrm>
            <a:prstGeom prst="rect">
              <a:avLst/>
            </a:prstGeom>
          </p:spPr>
        </p:pic>
        <p:pic>
          <p:nvPicPr>
            <p:cNvPr id="37" name="Image 7" descr="TEMP_Z_ORDER_7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2274820" y="-635000"/>
              <a:ext cx="459780" cy="428516"/>
            </a:xfrm>
            <a:prstGeom prst="rect">
              <a:avLst/>
            </a:prstGeom>
          </p:spPr>
        </p:pic>
      </p:grpSp>
      <p:grpSp>
        <p:nvGrpSpPr>
          <p:cNvPr id="52" name="组合 51"/>
          <p:cNvGrpSpPr/>
          <p:nvPr>
            <p:custDataLst>
              <p:tags r:id="rId5"/>
            </p:custDataLst>
          </p:nvPr>
        </p:nvGrpSpPr>
        <p:grpSpPr>
          <a:xfrm>
            <a:off x="8142991" y="1306151"/>
            <a:ext cx="3369559" cy="2122849"/>
            <a:chOff x="-635000" y="-635000"/>
            <a:chExt cx="3369559" cy="2122849"/>
          </a:xfrm>
        </p:grpSpPr>
        <p:pic>
          <p:nvPicPr>
            <p:cNvPr id="53" name="Image 8" descr="TEMP_Z_ORDER_8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51"/>
            <a:stretch>
              <a:fillRect/>
            </a:stretch>
          </p:blipFill>
          <p:spPr>
            <a:xfrm>
              <a:off x="-635000" y="-531417"/>
              <a:ext cx="3278214" cy="2019266"/>
            </a:xfrm>
            <a:prstGeom prst="rect">
              <a:avLst/>
            </a:prstGeom>
          </p:spPr>
        </p:pic>
        <p:pic>
          <p:nvPicPr>
            <p:cNvPr id="54" name="Image 9" descr="TEMP_Z_ORDER_9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2274779" y="-635000"/>
              <a:ext cx="459780" cy="428516"/>
            </a:xfrm>
            <a:prstGeom prst="rect">
              <a:avLst/>
            </a:prstGeom>
          </p:spPr>
        </p:pic>
      </p:grp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8142991" y="3939623"/>
            <a:ext cx="3369559" cy="2122849"/>
            <a:chOff x="-635000" y="-635000"/>
            <a:chExt cx="3369559" cy="2122849"/>
          </a:xfrm>
        </p:grpSpPr>
        <p:pic>
          <p:nvPicPr>
            <p:cNvPr id="28" name="Image 10" descr="TEMP_Z_ORDER_10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51"/>
            <a:stretch>
              <a:fillRect/>
            </a:stretch>
          </p:blipFill>
          <p:spPr>
            <a:xfrm>
              <a:off x="-635000" y="-531417"/>
              <a:ext cx="3278214" cy="2019266"/>
            </a:xfrm>
            <a:prstGeom prst="rect">
              <a:avLst/>
            </a:prstGeom>
          </p:spPr>
        </p:pic>
        <p:pic>
          <p:nvPicPr>
            <p:cNvPr id="29" name="Image 11" descr="TEMP_Z_ORDER_11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2274779" y="-635000"/>
              <a:ext cx="459780" cy="428516"/>
            </a:xfrm>
            <a:prstGeom prst="rect">
              <a:avLst/>
            </a:prstGeom>
          </p:spPr>
        </p:pic>
        <p:sp>
          <p:nvSpPr>
            <p:cNvPr id="30" name="Text 0" descr="TEMP_Z_ORDER_12"/>
            <p:cNvSpPr/>
            <p:nvPr>
              <p:custDataLst>
                <p:tags r:id="rId32"/>
              </p:custDataLst>
            </p:nvPr>
          </p:nvSpPr>
          <p:spPr>
            <a:xfrm>
              <a:off x="2395060" y="-548534"/>
              <a:ext cx="227626" cy="25558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6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en-US" sz="14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7"/>
            </p:custDataLst>
          </p:nvPr>
        </p:nvGrpSpPr>
        <p:grpSpPr>
          <a:xfrm>
            <a:off x="7454433" y="1392617"/>
            <a:ext cx="227626" cy="255583"/>
            <a:chOff x="-604122" y="-595334"/>
            <a:chExt cx="227626" cy="255583"/>
          </a:xfrm>
        </p:grpSpPr>
        <p:sp>
          <p:nvSpPr>
            <p:cNvPr id="48" name="Text 1" descr="TEMP_Z_ORDER_13"/>
            <p:cNvSpPr/>
            <p:nvPr>
              <p:custDataLst>
                <p:tags r:id="rId29"/>
              </p:custDataLst>
            </p:nvPr>
          </p:nvSpPr>
          <p:spPr>
            <a:xfrm>
              <a:off x="-604122" y="-595334"/>
              <a:ext cx="227626" cy="25558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6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sz="14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8"/>
            </p:custDataLst>
          </p:nvPr>
        </p:nvGrpSpPr>
        <p:grpSpPr>
          <a:xfrm>
            <a:off x="7454532" y="4026089"/>
            <a:ext cx="227626" cy="255583"/>
            <a:chOff x="-604122" y="-595334"/>
            <a:chExt cx="227626" cy="255583"/>
          </a:xfrm>
        </p:grpSpPr>
        <p:sp>
          <p:nvSpPr>
            <p:cNvPr id="39" name="Text 2" descr="TEMP_Z_ORDER_14"/>
            <p:cNvSpPr/>
            <p:nvPr>
              <p:custDataLst>
                <p:tags r:id="rId28"/>
              </p:custDataLst>
            </p:nvPr>
          </p:nvSpPr>
          <p:spPr>
            <a:xfrm>
              <a:off x="-604122" y="-595334"/>
              <a:ext cx="227626" cy="25558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6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sz="14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>
            <p:custDataLst>
              <p:tags r:id="rId9"/>
            </p:custDataLst>
          </p:nvPr>
        </p:nvGrpSpPr>
        <p:grpSpPr>
          <a:xfrm>
            <a:off x="11173052" y="1392617"/>
            <a:ext cx="227626" cy="255583"/>
            <a:chOff x="-604122" y="-595334"/>
            <a:chExt cx="227626" cy="255583"/>
          </a:xfrm>
        </p:grpSpPr>
        <p:sp>
          <p:nvSpPr>
            <p:cNvPr id="56" name="Text 3" descr="TEMP_Z_ORDER_15"/>
            <p:cNvSpPr/>
            <p:nvPr>
              <p:custDataLst>
                <p:tags r:id="rId27"/>
              </p:custDataLst>
            </p:nvPr>
          </p:nvSpPr>
          <p:spPr>
            <a:xfrm>
              <a:off x="-604122" y="-595334"/>
              <a:ext cx="227626" cy="25558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16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sz="14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/>
          <p:nvPr>
            <p:custDataLst>
              <p:tags r:id="rId10"/>
            </p:custDataLst>
          </p:nvPr>
        </p:nvGrpSpPr>
        <p:grpSpPr>
          <a:xfrm>
            <a:off x="8395851" y="4554710"/>
            <a:ext cx="2782364" cy="876300"/>
            <a:chOff x="-635000" y="-635000"/>
            <a:chExt cx="2782364" cy="876300"/>
          </a:xfrm>
        </p:grpSpPr>
        <p:sp>
          <p:nvSpPr>
            <p:cNvPr id="32" name="Text 4" descr="TEMP_Z_ORDER_16"/>
            <p:cNvSpPr/>
            <p:nvPr>
              <p:custDataLst>
                <p:tags r:id="rId26"/>
              </p:custDataLst>
            </p:nvPr>
          </p:nvSpPr>
          <p:spPr>
            <a:xfrm>
              <a:off x="-635000" y="-635000"/>
              <a:ext cx="2782364" cy="868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716"/>
                </a:lnSpc>
                <a:buNone/>
              </a:pPr>
              <a:r>
                <a:rPr lang="en-US" sz="132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知识图谱不仅实现了典籍知识的结构化存储，其提供的NER实体提及频次数据，也成为后续耦合分析中衡量“文化资源度C”的关键输入。</a:t>
              </a:r>
              <a:endParaRPr lang="en-US" sz="13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11"/>
            </p:custDataLst>
          </p:nvPr>
        </p:nvGrpSpPr>
        <p:grpSpPr>
          <a:xfrm>
            <a:off x="4675989" y="1575142"/>
            <a:ext cx="2785343" cy="1153487"/>
            <a:chOff x="-635000" y="-625784"/>
            <a:chExt cx="2785343" cy="1151387"/>
          </a:xfrm>
        </p:grpSpPr>
        <p:sp>
          <p:nvSpPr>
            <p:cNvPr id="50" name="Text 5" descr="TEMP_Z_ORDER_17"/>
            <p:cNvSpPr/>
            <p:nvPr>
              <p:custDataLst>
                <p:tags r:id="rId24"/>
              </p:custDataLst>
            </p:nvPr>
          </p:nvSpPr>
          <p:spPr>
            <a:xfrm>
              <a:off x="-635000" y="-625784"/>
              <a:ext cx="2785343" cy="29851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构建流程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 6" descr="TEMP_Z_ORDER_18"/>
            <p:cNvSpPr/>
            <p:nvPr>
              <p:custDataLst>
                <p:tags r:id="rId25"/>
              </p:custDataLst>
            </p:nvPr>
          </p:nvSpPr>
          <p:spPr>
            <a:xfrm>
              <a:off x="-633559" y="-282120"/>
              <a:ext cx="2782463" cy="8077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560"/>
                </a:lnSpc>
                <a:buNone/>
              </a:pPr>
              <a:r>
                <a:rPr lang="en-US" sz="120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通过自动化脚本，将抽取出的实体和关系批量导入Neo4j图数据库，并按小类添加标签、按关系组构建关系类型，实现了从文本数据到图知识的转化。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" name="组合 56"/>
          <p:cNvGrpSpPr/>
          <p:nvPr>
            <p:custDataLst>
              <p:tags r:id="rId12"/>
            </p:custDataLst>
          </p:nvPr>
        </p:nvGrpSpPr>
        <p:grpSpPr>
          <a:xfrm>
            <a:off x="8396347" y="1921240"/>
            <a:ext cx="2782463" cy="1089660"/>
            <a:chOff x="-635000" y="-635000"/>
            <a:chExt cx="2782463" cy="1089660"/>
          </a:xfrm>
        </p:grpSpPr>
        <p:sp>
          <p:nvSpPr>
            <p:cNvPr id="58" name="Text 7" descr="TEMP_Z_ORDER_19"/>
            <p:cNvSpPr/>
            <p:nvPr>
              <p:custDataLst>
                <p:tags r:id="rId23"/>
              </p:custDataLst>
            </p:nvPr>
          </p:nvSpPr>
          <p:spPr>
            <a:xfrm>
              <a:off x="-635000" y="-635000"/>
              <a:ext cx="2782463" cy="10862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716"/>
                </a:lnSpc>
                <a:buNone/>
              </a:pPr>
              <a:r>
                <a:rPr lang="en-US" sz="1320" dirty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节点包含名称、双分类标签、描述、频次等丰富属性。并独创性地根据实体所属AI小类的频次设计了六档配色方案，使高频核心文化元素在图谱可视化中一目了然。</a:t>
              </a:r>
              <a:endParaRPr lang="en-US" sz="132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>
            <p:custDataLst>
              <p:tags r:id="rId13"/>
            </p:custDataLst>
          </p:nvPr>
        </p:nvGrpSpPr>
        <p:grpSpPr>
          <a:xfrm>
            <a:off x="4676287" y="4210776"/>
            <a:ext cx="2785244" cy="299056"/>
            <a:chOff x="-635000" y="-626056"/>
            <a:chExt cx="2785244" cy="299056"/>
          </a:xfrm>
        </p:grpSpPr>
        <p:sp>
          <p:nvSpPr>
            <p:cNvPr id="41" name="Text 8" descr="TEMP_Z_ORDER_20"/>
            <p:cNvSpPr/>
            <p:nvPr>
              <p:custDataLst>
                <p:tags r:id="rId22"/>
              </p:custDataLst>
            </p:nvPr>
          </p:nvSpPr>
          <p:spPr>
            <a:xfrm>
              <a:off x="-635000" y="-626056"/>
              <a:ext cx="2785244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规模与查询能力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14"/>
            </p:custDataLst>
          </p:nvPr>
        </p:nvGrpSpPr>
        <p:grpSpPr>
          <a:xfrm>
            <a:off x="8394410" y="4210776"/>
            <a:ext cx="2785244" cy="299056"/>
            <a:chOff x="-635000" y="-626056"/>
            <a:chExt cx="2785244" cy="299056"/>
          </a:xfrm>
        </p:grpSpPr>
        <p:sp>
          <p:nvSpPr>
            <p:cNvPr id="34" name="Text 9" descr="TEMP_Z_ORDER_21"/>
            <p:cNvSpPr/>
            <p:nvPr>
              <p:custDataLst>
                <p:tags r:id="rId21"/>
              </p:custDataLst>
            </p:nvPr>
          </p:nvSpPr>
          <p:spPr>
            <a:xfrm>
              <a:off x="-635000" y="-626056"/>
              <a:ext cx="2785244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价值过渡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/>
          <p:cNvGrpSpPr/>
          <p:nvPr>
            <p:custDataLst>
              <p:tags r:id="rId15"/>
            </p:custDataLst>
          </p:nvPr>
        </p:nvGrpSpPr>
        <p:grpSpPr>
          <a:xfrm>
            <a:off x="4677728" y="4554710"/>
            <a:ext cx="2782364" cy="1011239"/>
            <a:chOff x="-635000" y="-635000"/>
            <a:chExt cx="2782364" cy="1011239"/>
          </a:xfrm>
        </p:grpSpPr>
        <p:sp>
          <p:nvSpPr>
            <p:cNvPr id="43" name="Text 11" descr="TEMP_Z_ORDER_23"/>
            <p:cNvSpPr/>
            <p:nvPr>
              <p:custDataLst>
                <p:tags r:id="rId20"/>
              </p:custDataLst>
            </p:nvPr>
          </p:nvSpPr>
          <p:spPr>
            <a:xfrm>
              <a:off x="-635000" y="-635000"/>
              <a:ext cx="2782364" cy="101123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560"/>
                </a:lnSpc>
                <a:buNone/>
              </a:pPr>
              <a:r>
                <a:rPr lang="en-US" sz="120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最终建成的知识图谱包含8,048个节点和19,382条关系，可通过Cypher语言进行复杂查询，如检索“康有为”的所有关联实体，或按关系类型（如“人物关联”）筛选子图。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9" name="组合 58"/>
          <p:cNvGrpSpPr/>
          <p:nvPr>
            <p:custDataLst>
              <p:tags r:id="rId16"/>
            </p:custDataLst>
          </p:nvPr>
        </p:nvGrpSpPr>
        <p:grpSpPr>
          <a:xfrm>
            <a:off x="8394906" y="1577304"/>
            <a:ext cx="2785343" cy="299056"/>
            <a:chOff x="-635000" y="-626056"/>
            <a:chExt cx="2785343" cy="299056"/>
          </a:xfrm>
        </p:grpSpPr>
        <p:sp>
          <p:nvSpPr>
            <p:cNvPr id="60" name="Text 12" descr="TEMP_Z_ORDER_24"/>
            <p:cNvSpPr/>
            <p:nvPr>
              <p:custDataLst>
                <p:tags r:id="rId19"/>
              </p:custDataLst>
            </p:nvPr>
          </p:nvSpPr>
          <p:spPr>
            <a:xfrm>
              <a:off x="-635000" y="-626056"/>
              <a:ext cx="2785343" cy="2990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496"/>
                </a:lnSpc>
                <a:buNone/>
              </a:pPr>
              <a:r>
                <a:rPr lang="en-US" sz="192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节点与配色</a:t>
              </a:r>
              <a:endParaRPr lang="en-US" sz="192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4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48FF43CD-F927-224D-A94B-E4B4CA498DEC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4"/>
          <a:stretch>
            <a:fillRect/>
          </a:stretch>
        </p:blipFill>
        <p:spPr>
          <a:xfrm>
            <a:off x="335360" y="203042"/>
            <a:ext cx="65708" cy="711358"/>
          </a:xfrm>
          <a:prstGeom prst="rect">
            <a:avLst/>
          </a:prstGeom>
        </p:spPr>
      </p:pic>
      <p:sp>
        <p:nvSpPr>
          <p:cNvPr id="5" name="Text 7">
            <a:extLst>
              <a:ext uri="{FF2B5EF4-FFF2-40B4-BE49-F238E27FC236}">
                <a16:creationId xmlns:a16="http://schemas.microsoft.com/office/drawing/2014/main" id="{2EAC0C2A-63CD-0E74-4132-699871CB1A89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487680" y="366834"/>
            <a:ext cx="4922520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Neo4j知识图谱构建与价值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ED3DE-57D8-557E-4ABC-6CE1A116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7766B9D-EFB7-7CA3-FB25-052240B778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3649" y="990600"/>
            <a:ext cx="9164702" cy="5786472"/>
          </a:xfrm>
          <a:prstGeom prst="rect">
            <a:avLst/>
          </a:prstGeom>
        </p:spPr>
      </p:pic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FA6E11E5-C911-BE32-48B9-90F6BE4EB62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>
            <a:extLst>
              <a:ext uri="{FF2B5EF4-FFF2-40B4-BE49-F238E27FC236}">
                <a16:creationId xmlns:a16="http://schemas.microsoft.com/office/drawing/2014/main" id="{52A29F1E-4E72-773D-3FBA-1BB4AB24559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BA9CD637-7037-A325-4678-79F508D19D0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87680" y="428389"/>
            <a:ext cx="11240414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</a:t>
            </a: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全图展示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6581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372AF-DB8F-91AB-FB83-0FDB63DCF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12685291-BB01-CDC8-D3E0-9732E3911C5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>
            <a:extLst>
              <a:ext uri="{FF2B5EF4-FFF2-40B4-BE49-F238E27FC236}">
                <a16:creationId xmlns:a16="http://schemas.microsoft.com/office/drawing/2014/main" id="{14460A6A-44A5-D064-1EB3-58A4C4494AA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5652BFE2-01E2-C63D-25DB-DAD4956B789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87680" y="428389"/>
            <a:ext cx="11240414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</a:t>
            </a: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人物关系展示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B91DD7-82BE-A5FD-A2CF-078CA848AE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82" r="19583"/>
          <a:stretch>
            <a:fillRect/>
          </a:stretch>
        </p:blipFill>
        <p:spPr>
          <a:xfrm flipV="1">
            <a:off x="4541520" y="0"/>
            <a:ext cx="7162800" cy="69342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B3022E8-4C9C-08BE-E9D2-43A67E2469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0" t="14779" r="52568" b="34088"/>
          <a:stretch>
            <a:fillRect/>
          </a:stretch>
        </p:blipFill>
        <p:spPr>
          <a:xfrm>
            <a:off x="418160" y="1226110"/>
            <a:ext cx="3090830" cy="278174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275AF77-9900-8837-2198-DC230DEADC1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71" t="17878" r="31232" b="22621"/>
          <a:stretch>
            <a:fillRect/>
          </a:stretch>
        </p:blipFill>
        <p:spPr>
          <a:xfrm>
            <a:off x="404535" y="4173674"/>
            <a:ext cx="3096850" cy="230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22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C0D62-BA8B-8E63-DDBF-D8D29220A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4662F2E-951B-D7A7-48EF-515F4FC182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9381" y="0"/>
            <a:ext cx="7640281" cy="6858000"/>
          </a:xfrm>
          <a:prstGeom prst="rect">
            <a:avLst/>
          </a:prstGeom>
        </p:spPr>
      </p:pic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D9D6A595-5BF1-A592-3077-611A1890B9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>
            <a:extLst>
              <a:ext uri="{FF2B5EF4-FFF2-40B4-BE49-F238E27FC236}">
                <a16:creationId xmlns:a16="http://schemas.microsoft.com/office/drawing/2014/main" id="{7958D217-FD5F-0557-E370-AE97B2D4375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510739EC-7C53-572D-D8FF-766F921766D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87680" y="428389"/>
            <a:ext cx="11240414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</a:t>
            </a:r>
            <a:r>
              <a:rPr lang="zh-CN" altLang="en-US" sz="2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地点关系展示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66733C-2470-6CED-BA05-75D219E093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835064"/>
            <a:ext cx="3100192" cy="297998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4B090C5-E2CB-A715-3AB5-1D326D144C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931086"/>
            <a:ext cx="3100192" cy="290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84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C210BB6B-7977-E68B-5561-881E6D45CAE3}"/>
              </a:ext>
            </a:extLst>
          </p:cNvPr>
          <p:cNvSpPr/>
          <p:nvPr/>
        </p:nvSpPr>
        <p:spPr>
          <a:xfrm>
            <a:off x="577275" y="1620952"/>
            <a:ext cx="2789857" cy="58337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Image 1" descr="https://oss.jianzeppt.com/editablePptPic/isIllustration_1_isShadow_0/9ea67713-3cac-4e24-9bbb-8def3fccddca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72" name="组合 71"/>
          <p:cNvGrpSpPr/>
          <p:nvPr>
            <p:custDataLst>
              <p:tags r:id="rId2"/>
            </p:custDataLst>
          </p:nvPr>
        </p:nvGrpSpPr>
        <p:grpSpPr>
          <a:xfrm>
            <a:off x="5510992" y="959050"/>
            <a:ext cx="3524964" cy="518415"/>
            <a:chOff x="200685" y="-795096"/>
            <a:chExt cx="5303520" cy="1676400"/>
          </a:xfrm>
        </p:grpSpPr>
        <p:pic>
          <p:nvPicPr>
            <p:cNvPr id="73" name="Image 6" descr="TEMP_Z_ORDER_11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200685" y="-795096"/>
              <a:ext cx="5303520" cy="1676400"/>
            </a:xfrm>
            <a:prstGeom prst="rect">
              <a:avLst/>
            </a:prstGeom>
          </p:spPr>
        </p:pic>
        <p:sp>
          <p:nvSpPr>
            <p:cNvPr id="74" name="Text 5" descr="TEMP_Z_ORDER_12"/>
            <p:cNvSpPr/>
            <p:nvPr>
              <p:custDataLst>
                <p:tags r:id="rId34"/>
              </p:custDataLst>
            </p:nvPr>
          </p:nvSpPr>
          <p:spPr>
            <a:xfrm>
              <a:off x="1394770" y="-267039"/>
              <a:ext cx="2910054" cy="84223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231"/>
                </a:lnSpc>
                <a:buNone/>
              </a:pPr>
              <a:r>
                <a:rPr lang="en-US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8084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个</a:t>
              </a:r>
              <a:r>
                <a:rPr lang="en-US" sz="1600" dirty="0" err="1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知识图谱实体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1" name="组合 90"/>
          <p:cNvGrpSpPr/>
          <p:nvPr>
            <p:custDataLst>
              <p:tags r:id="rId3"/>
            </p:custDataLst>
          </p:nvPr>
        </p:nvGrpSpPr>
        <p:grpSpPr>
          <a:xfrm>
            <a:off x="685800" y="4294966"/>
            <a:ext cx="6324600" cy="1877234"/>
            <a:chOff x="-635000" y="-635000"/>
            <a:chExt cx="6324600" cy="1877234"/>
          </a:xfrm>
        </p:grpSpPr>
        <p:pic>
          <p:nvPicPr>
            <p:cNvPr id="92" name="Image 10" descr="TEMP_Z_ORDER_25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324600" cy="1877234"/>
            </a:xfrm>
            <a:prstGeom prst="rect">
              <a:avLst/>
            </a:prstGeom>
          </p:spPr>
        </p:pic>
        <p:sp>
          <p:nvSpPr>
            <p:cNvPr id="93" name="Text 15" descr="TEMP_Z_ORDER_26"/>
            <p:cNvSpPr/>
            <p:nvPr>
              <p:custDataLst>
                <p:tags r:id="rId20"/>
              </p:custDataLst>
            </p:nvPr>
          </p:nvSpPr>
          <p:spPr>
            <a:xfrm>
              <a:off x="-452120" y="-452120"/>
              <a:ext cx="5967984" cy="25923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231"/>
                </a:lnSpc>
                <a:buNone/>
              </a:pPr>
              <a:r>
                <a:rPr lang="en-US" sz="156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名称清洗示例</a:t>
              </a:r>
              <a:endParaRPr lang="en-US" sz="156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4" name="Image 11" descr="TEMP_Z_ORDER_27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-452120" y="-25400"/>
              <a:ext cx="5958840" cy="365760"/>
            </a:xfrm>
            <a:prstGeom prst="rect">
              <a:avLst/>
            </a:prstGeom>
          </p:spPr>
        </p:pic>
        <p:sp>
          <p:nvSpPr>
            <p:cNvPr id="95" name="Text 16" descr="TEMP_Z_ORDER_28"/>
            <p:cNvSpPr/>
            <p:nvPr>
              <p:custDataLst>
                <p:tags r:id="rId22"/>
              </p:custDataLst>
            </p:nvPr>
          </p:nvSpPr>
          <p:spPr>
            <a:xfrm>
              <a:off x="-391160" y="35560"/>
              <a:ext cx="1474763" cy="22672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狮舞（广东醒狮）</a:t>
              </a:r>
              <a:endParaRPr lang="en-US" sz="14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Text 17" descr="TEMP_Z_ORDER_29"/>
            <p:cNvSpPr/>
            <p:nvPr>
              <p:custDataLst>
                <p:tags r:id="rId23"/>
              </p:custDataLst>
            </p:nvPr>
          </p:nvSpPr>
          <p:spPr>
            <a:xfrm>
              <a:off x="2062480" y="35560"/>
              <a:ext cx="184346" cy="22672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73788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→</a:t>
              </a:r>
              <a:endParaRPr lang="en-US" sz="14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Text 18" descr="TEMP_Z_ORDER_30"/>
            <p:cNvSpPr/>
            <p:nvPr>
              <p:custDataLst>
                <p:tags r:id="rId24"/>
              </p:custDataLst>
            </p:nvPr>
          </p:nvSpPr>
          <p:spPr>
            <a:xfrm>
              <a:off x="2336800" y="35560"/>
              <a:ext cx="921727" cy="22672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狮舞、醒狮</a:t>
              </a:r>
              <a:endParaRPr lang="en-US" sz="14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8" name="Image 12" descr="TEMP_Z_ORDER_31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-452120" y="401320"/>
              <a:ext cx="5958840" cy="365760"/>
            </a:xfrm>
            <a:prstGeom prst="rect">
              <a:avLst/>
            </a:prstGeom>
          </p:spPr>
        </p:pic>
        <p:sp>
          <p:nvSpPr>
            <p:cNvPr id="99" name="Text 19" descr="TEMP_Z_ORDER_32"/>
            <p:cNvSpPr/>
            <p:nvPr>
              <p:custDataLst>
                <p:tags r:id="rId26"/>
              </p:custDataLst>
            </p:nvPr>
          </p:nvSpPr>
          <p:spPr>
            <a:xfrm>
              <a:off x="-391160" y="462280"/>
              <a:ext cx="1659109" cy="22672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九江双蒸酒酿制技艺</a:t>
              </a:r>
              <a:endParaRPr lang="en-US" sz="14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Text 20" descr="TEMP_Z_ORDER_33"/>
            <p:cNvSpPr/>
            <p:nvPr>
              <p:custDataLst>
                <p:tags r:id="rId27"/>
              </p:custDataLst>
            </p:nvPr>
          </p:nvSpPr>
          <p:spPr>
            <a:xfrm>
              <a:off x="2062480" y="462280"/>
              <a:ext cx="184346" cy="22672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73788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→</a:t>
              </a:r>
              <a:endParaRPr lang="en-US" sz="14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Text 21" descr="TEMP_Z_ORDER_34"/>
            <p:cNvSpPr/>
            <p:nvPr>
              <p:custDataLst>
                <p:tags r:id="rId28"/>
              </p:custDataLst>
            </p:nvPr>
          </p:nvSpPr>
          <p:spPr>
            <a:xfrm>
              <a:off x="2336800" y="462280"/>
              <a:ext cx="553037" cy="22672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双蒸酒</a:t>
              </a:r>
              <a:endParaRPr lang="en-US" sz="14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02" name="Image 13" descr="TEMP_Z_ORDER_35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-452120" y="828040"/>
              <a:ext cx="5958840" cy="365760"/>
            </a:xfrm>
            <a:prstGeom prst="rect">
              <a:avLst/>
            </a:prstGeom>
          </p:spPr>
        </p:pic>
        <p:sp>
          <p:nvSpPr>
            <p:cNvPr id="103" name="Text 22" descr="TEMP_Z_ORDER_36"/>
            <p:cNvSpPr/>
            <p:nvPr>
              <p:custDataLst>
                <p:tags r:id="rId30"/>
              </p:custDataLst>
            </p:nvPr>
          </p:nvSpPr>
          <p:spPr>
            <a:xfrm>
              <a:off x="-391160" y="889000"/>
              <a:ext cx="1106072" cy="22672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4B55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松塘村孔子诞</a:t>
              </a:r>
              <a:endParaRPr lang="en-US" sz="14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Text 23" descr="TEMP_Z_ORDER_37"/>
            <p:cNvSpPr/>
            <p:nvPr>
              <p:custDataLst>
                <p:tags r:id="rId31"/>
              </p:custDataLst>
            </p:nvPr>
          </p:nvSpPr>
          <p:spPr>
            <a:xfrm>
              <a:off x="2062480" y="889000"/>
              <a:ext cx="184346" cy="22672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73788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→</a:t>
              </a:r>
              <a:endParaRPr lang="en-US" sz="14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Text 24" descr="TEMP_Z_ORDER_38"/>
            <p:cNvSpPr/>
            <p:nvPr>
              <p:custDataLst>
                <p:tags r:id="rId32"/>
              </p:custDataLst>
            </p:nvPr>
          </p:nvSpPr>
          <p:spPr>
            <a:xfrm>
              <a:off x="2336800" y="889000"/>
              <a:ext cx="553037" cy="22672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孔子诞</a:t>
              </a:r>
              <a:endParaRPr lang="en-US" sz="144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2" name="组合 51"/>
          <p:cNvGrpSpPr/>
          <p:nvPr>
            <p:custDataLst>
              <p:tags r:id="rId4"/>
            </p:custDataLst>
          </p:nvPr>
        </p:nvGrpSpPr>
        <p:grpSpPr>
          <a:xfrm>
            <a:off x="7193280" y="4294965"/>
            <a:ext cx="4465320" cy="911337"/>
            <a:chOff x="-635000" y="-635000"/>
            <a:chExt cx="4465320" cy="777240"/>
          </a:xfrm>
        </p:grpSpPr>
        <p:pic>
          <p:nvPicPr>
            <p:cNvPr id="53" name="Image 15" descr="TEMP_Z_ORDER_43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465320" cy="777240"/>
            </a:xfrm>
            <a:prstGeom prst="rect">
              <a:avLst/>
            </a:prstGeom>
          </p:spPr>
        </p:pic>
        <p:sp>
          <p:nvSpPr>
            <p:cNvPr id="54" name="Text 28" descr="TEMP_Z_ORDER_44"/>
            <p:cNvSpPr/>
            <p:nvPr>
              <p:custDataLst>
                <p:tags r:id="rId18"/>
              </p:custDataLst>
            </p:nvPr>
          </p:nvSpPr>
          <p:spPr>
            <a:xfrm>
              <a:off x="-497840" y="-497840"/>
              <a:ext cx="4200144" cy="61214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 dirty="0" err="1">
                  <a:solidFill>
                    <a:srgbClr val="991B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匹配规则</a:t>
              </a:r>
              <a:endParaRPr lang="en-US" sz="1440" dirty="0">
                <a:solidFill>
                  <a:srgbClr val="991B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endParaRPr>
            </a:p>
            <a:p>
              <a:pPr>
                <a:lnSpc>
                  <a:spcPts val="1915"/>
                </a:lnSpc>
              </a:pPr>
              <a:r>
                <a:rPr lang="en-US" altLang="zh-CN" sz="1440" dirty="0">
                  <a:solidFill>
                    <a:srgbClr val="B91C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name </a:t>
              </a:r>
              <a:r>
                <a:rPr lang="en-US" altLang="zh-CN" sz="1440" dirty="0" err="1">
                  <a:solidFill>
                    <a:srgbClr val="B91C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包含匹配</a:t>
              </a:r>
              <a:r>
                <a:rPr lang="en-US" altLang="zh-CN" sz="1440" dirty="0">
                  <a:solidFill>
                    <a:srgbClr val="B91C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——</a:t>
              </a:r>
              <a:r>
                <a:rPr lang="en-US" altLang="zh-CN" sz="1440" dirty="0" err="1">
                  <a:solidFill>
                    <a:srgbClr val="B91C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非遗关键词出现在实体</a:t>
              </a:r>
              <a:r>
                <a:rPr lang="en-US" altLang="zh-CN" sz="1440" dirty="0">
                  <a:solidFill>
                    <a:srgbClr val="B91C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/</a:t>
              </a:r>
              <a:r>
                <a:rPr lang="en-US" altLang="zh-CN" sz="1440" dirty="0" err="1">
                  <a:solidFill>
                    <a:srgbClr val="B91C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POI名称中</a:t>
              </a:r>
              <a:r>
                <a:rPr lang="en-US" altLang="zh-CN" sz="1440" dirty="0">
                  <a:solidFill>
                    <a:srgbClr val="B91C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。</a:t>
              </a:r>
              <a:endParaRPr lang="en-US" altLang="zh-CN" sz="144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>
            <p:custDataLst>
              <p:tags r:id="rId5"/>
            </p:custDataLst>
          </p:nvPr>
        </p:nvGrpSpPr>
        <p:grpSpPr>
          <a:xfrm>
            <a:off x="7214475" y="4915364"/>
            <a:ext cx="4596524" cy="1516045"/>
            <a:chOff x="-715453" y="-635000"/>
            <a:chExt cx="4596524" cy="1516045"/>
          </a:xfrm>
        </p:grpSpPr>
        <p:sp>
          <p:nvSpPr>
            <p:cNvPr id="56" name="Text 29" descr="TEMP_Z_ORDER_45"/>
            <p:cNvSpPr/>
            <p:nvPr>
              <p:custDataLst>
                <p:tags r:id="rId14"/>
              </p:custDataLst>
            </p:nvPr>
          </p:nvSpPr>
          <p:spPr>
            <a:xfrm>
              <a:off x="-497840" y="-635000"/>
              <a:ext cx="4200144" cy="23147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endParaRPr lang="en-US" sz="144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7" name="Image 16" descr="TEMP_Z_ORDER_4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-715453" y="119045"/>
              <a:ext cx="4596524" cy="762000"/>
            </a:xfrm>
            <a:prstGeom prst="rect">
              <a:avLst/>
            </a:prstGeom>
          </p:spPr>
        </p:pic>
        <p:sp>
          <p:nvSpPr>
            <p:cNvPr id="59" name="Text 31" descr="TEMP_Z_ORDER_48"/>
            <p:cNvSpPr/>
            <p:nvPr>
              <p:custDataLst>
                <p:tags r:id="rId16"/>
              </p:custDataLst>
            </p:nvPr>
          </p:nvSpPr>
          <p:spPr>
            <a:xfrm>
              <a:off x="-594845" y="355146"/>
              <a:ext cx="4394153" cy="23044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非遗名录是连接「文献记忆」与「空间载体」的桥梁</a:t>
              </a:r>
              <a:r>
                <a:rPr lang="en-US" sz="144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。</a:t>
              </a:r>
              <a:endParaRPr lang="en-US" sz="144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7E8F1940-7702-EF53-889F-27A8E4B81D3D}"/>
              </a:ext>
            </a:extLst>
          </p:cNvPr>
          <p:cNvSpPr txBox="1"/>
          <p:nvPr/>
        </p:nvSpPr>
        <p:spPr>
          <a:xfrm>
            <a:off x="829895" y="1747858"/>
            <a:ext cx="2384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南海区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项非遗名录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E99F4AB-60C6-6717-F6B4-06FB53EC8332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5509232" y="2357858"/>
            <a:ext cx="3524964" cy="457200"/>
            <a:chOff x="200685" y="-795096"/>
            <a:chExt cx="5303520" cy="1676400"/>
          </a:xfrm>
        </p:grpSpPr>
        <p:pic>
          <p:nvPicPr>
            <p:cNvPr id="7" name="Image 6" descr="TEMP_Z_ORDER_11">
              <a:extLst>
                <a:ext uri="{FF2B5EF4-FFF2-40B4-BE49-F238E27FC236}">
                  <a16:creationId xmlns:a16="http://schemas.microsoft.com/office/drawing/2014/main" id="{3C07EDB9-47C9-C20F-6715-47DAE12DAA38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200685" y="-795096"/>
              <a:ext cx="5303520" cy="1676400"/>
            </a:xfrm>
            <a:prstGeom prst="rect">
              <a:avLst/>
            </a:prstGeom>
          </p:spPr>
        </p:pic>
        <p:sp>
          <p:nvSpPr>
            <p:cNvPr id="8" name="Text 5" descr="TEMP_Z_ORDER_12">
              <a:extLst>
                <a:ext uri="{FF2B5EF4-FFF2-40B4-BE49-F238E27FC236}">
                  <a16:creationId xmlns:a16="http://schemas.microsoft.com/office/drawing/2014/main" id="{6D61FB67-5ABD-C8DE-3B6E-FCDB1477523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394769" y="-267037"/>
              <a:ext cx="3202412" cy="9550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231"/>
                </a:lnSpc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13532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条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POI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数据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7"/>
            </p:custDataLst>
          </p:nvPr>
        </p:nvGrpSpPr>
        <p:grpSpPr>
          <a:xfrm>
            <a:off x="275018" y="3624382"/>
            <a:ext cx="11356836" cy="457200"/>
            <a:chOff x="-1131308" y="-771569"/>
            <a:chExt cx="11356836" cy="457200"/>
          </a:xfrm>
        </p:grpSpPr>
        <p:pic>
          <p:nvPicPr>
            <p:cNvPr id="10" name="Image 2" descr="TEMP_Z_ORDER_2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-747272" y="-771569"/>
              <a:ext cx="10972800" cy="457200"/>
            </a:xfrm>
            <a:prstGeom prst="rect">
              <a:avLst/>
            </a:prstGeom>
          </p:spPr>
        </p:pic>
        <p:sp>
          <p:nvSpPr>
            <p:cNvPr id="11" name="Text 0" descr="TEMP_Z_ORDER_3"/>
            <p:cNvSpPr/>
            <p:nvPr>
              <p:custDataLst>
                <p:tags r:id="rId11"/>
              </p:custDataLst>
            </p:nvPr>
          </p:nvSpPr>
          <p:spPr>
            <a:xfrm>
              <a:off x="-1131308" y="-651678"/>
              <a:ext cx="10981944" cy="2820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02"/>
                </a:lnSpc>
                <a:buNone/>
              </a:pPr>
              <a:r>
                <a:rPr lang="en-US" sz="1680" dirty="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以</a:t>
              </a:r>
              <a:r>
                <a:rPr lang="en-US" sz="168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91项非遗名录</a:t>
              </a:r>
              <a:r>
                <a:rPr lang="en-US" sz="1680" dirty="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为中间件，向左匹配知识图谱实体（文献记忆），</a:t>
              </a:r>
              <a:r>
                <a:rPr lang="en-US" sz="1680" dirty="0" err="1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向右匹配POI（空间载体</a:t>
              </a:r>
              <a:r>
                <a:rPr lang="en-US" sz="1680" dirty="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）。</a:t>
              </a:r>
              <a:endParaRPr lang="en-US" sz="168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3FF3296A-C54E-29FE-E1E8-693CEF54A80F}"/>
              </a:ext>
            </a:extLst>
          </p:cNvPr>
          <p:cNvCxnSpPr>
            <a:cxnSpLocks/>
          </p:cNvCxnSpPr>
          <p:nvPr/>
        </p:nvCxnSpPr>
        <p:spPr>
          <a:xfrm>
            <a:off x="3367132" y="1912638"/>
            <a:ext cx="2147380" cy="689036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205E6BC6-8099-8E3B-3F7D-21227ED4A4C0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367132" y="1223602"/>
            <a:ext cx="2143860" cy="689036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B1D07CEC-5253-B9AC-66B3-C08E1C9DDFE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0"/>
          <a:stretch>
            <a:fillRect/>
          </a:stretch>
        </p:blipFill>
        <p:spPr>
          <a:xfrm>
            <a:off x="335360" y="203042"/>
            <a:ext cx="65708" cy="711358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9D308133-1BB8-E4CB-81D2-E36FF671CF48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87679" y="366834"/>
            <a:ext cx="3051127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4.1 </a:t>
            </a:r>
            <a:r>
              <a:rPr lang="zh-CN" alt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非遗名录耦合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6" descr="TEMP_Z_ORDER_18">
            <a:extLst>
              <a:ext uri="{FF2B5EF4-FFF2-40B4-BE49-F238E27FC236}">
                <a16:creationId xmlns:a16="http://schemas.microsoft.com/office/drawing/2014/main" id="{0BCF9733-3AD2-22B3-4BD4-FCA14F70501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202680" y="2392680"/>
            <a:ext cx="5410200" cy="347472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9ea67713-3cac-4e24-9bbb-8def3fccddca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148" name="组合 147"/>
          <p:cNvGrpSpPr/>
          <p:nvPr>
            <p:custDataLst>
              <p:tags r:id="rId3"/>
            </p:custDataLst>
          </p:nvPr>
        </p:nvGrpSpPr>
        <p:grpSpPr>
          <a:xfrm>
            <a:off x="609600" y="1371600"/>
            <a:ext cx="2606040" cy="853440"/>
            <a:chOff x="-635000" y="-635000"/>
            <a:chExt cx="2606040" cy="853440"/>
          </a:xfrm>
        </p:grpSpPr>
        <p:pic>
          <p:nvPicPr>
            <p:cNvPr id="149" name="Image 2" descr="TEMP_Z_ORDER_2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606040" cy="853440"/>
            </a:xfrm>
            <a:prstGeom prst="rect">
              <a:avLst/>
            </a:prstGeom>
          </p:spPr>
        </p:pic>
        <p:sp>
          <p:nvSpPr>
            <p:cNvPr id="150" name="Text 0" descr="TEMP_Z_ORDER_3"/>
            <p:cNvSpPr/>
            <p:nvPr>
              <p:custDataLst>
                <p:tags r:id="rId25"/>
              </p:custDataLst>
            </p:nvPr>
          </p:nvSpPr>
          <p:spPr>
            <a:xfrm>
              <a:off x="248920" y="-513080"/>
              <a:ext cx="862584" cy="1688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373"/>
                </a:lnSpc>
                <a:buNone/>
              </a:pPr>
              <a:r>
                <a:rPr lang="en-US" sz="9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双向耦合</a:t>
              </a:r>
              <a:endParaRPr lang="en-US" sz="960"/>
            </a:p>
          </p:txBody>
        </p:sp>
        <p:sp>
          <p:nvSpPr>
            <p:cNvPr id="151" name="Text 1" descr="TEMP_Z_ORDER_4"/>
            <p:cNvSpPr/>
            <p:nvPr>
              <p:custDataLst>
                <p:tags r:id="rId26"/>
              </p:custDataLst>
            </p:nvPr>
          </p:nvSpPr>
          <p:spPr>
            <a:xfrm>
              <a:off x="355600" y="-345440"/>
              <a:ext cx="649224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84"/>
                </a:lnSpc>
                <a:buNone/>
              </a:pPr>
              <a:r>
                <a:rPr lang="en-US" sz="1320">
                  <a:solidFill>
                    <a:srgbClr val="FF000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14</a:t>
              </a:r>
              <a:endParaRPr lang="en-US" sz="1320"/>
            </a:p>
          </p:txBody>
        </p:sp>
        <p:sp>
          <p:nvSpPr>
            <p:cNvPr id="152" name="Text 2" descr="TEMP_Z_ORDER_5"/>
            <p:cNvSpPr/>
            <p:nvPr>
              <p:custDataLst>
                <p:tags r:id="rId27"/>
              </p:custDataLst>
            </p:nvPr>
          </p:nvSpPr>
          <p:spPr>
            <a:xfrm>
              <a:off x="-513080" y="-86360"/>
              <a:ext cx="2371344" cy="1511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200"/>
                </a:lnSpc>
                <a:buNone/>
              </a:pPr>
              <a:r>
                <a:rPr lang="en-US" sz="96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15.4% | 文献有记载，空间有载体</a:t>
              </a:r>
              <a:endParaRPr lang="en-US" sz="960"/>
            </a:p>
          </p:txBody>
        </p:sp>
      </p:grpSp>
      <p:grpSp>
        <p:nvGrpSpPr>
          <p:cNvPr id="153" name="组合 152"/>
          <p:cNvGrpSpPr/>
          <p:nvPr>
            <p:custDataLst>
              <p:tags r:id="rId4"/>
            </p:custDataLst>
          </p:nvPr>
        </p:nvGrpSpPr>
        <p:grpSpPr>
          <a:xfrm>
            <a:off x="3398520" y="1371600"/>
            <a:ext cx="2606040" cy="853440"/>
            <a:chOff x="-635000" y="-635000"/>
            <a:chExt cx="2606040" cy="853440"/>
          </a:xfrm>
        </p:grpSpPr>
        <p:pic>
          <p:nvPicPr>
            <p:cNvPr id="154" name="Image 3" descr="TEMP_Z_ORDER_6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606040" cy="853440"/>
            </a:xfrm>
            <a:prstGeom prst="rect">
              <a:avLst/>
            </a:prstGeom>
          </p:spPr>
        </p:pic>
        <p:sp>
          <p:nvSpPr>
            <p:cNvPr id="155" name="Text 3" descr="TEMP_Z_ORDER_7"/>
            <p:cNvSpPr/>
            <p:nvPr>
              <p:custDataLst>
                <p:tags r:id="rId21"/>
              </p:custDataLst>
            </p:nvPr>
          </p:nvSpPr>
          <p:spPr>
            <a:xfrm>
              <a:off x="142240" y="-513080"/>
              <a:ext cx="1075944" cy="1688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373"/>
                </a:lnSpc>
                <a:buNone/>
              </a:pPr>
              <a:r>
                <a:rPr lang="en-US" sz="9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仅实体匹配</a:t>
              </a:r>
              <a:endParaRPr lang="en-US" sz="960"/>
            </a:p>
          </p:txBody>
        </p:sp>
        <p:sp>
          <p:nvSpPr>
            <p:cNvPr id="156" name="Text 4" descr="TEMP_Z_ORDER_8"/>
            <p:cNvSpPr/>
            <p:nvPr>
              <p:custDataLst>
                <p:tags r:id="rId22"/>
              </p:custDataLst>
            </p:nvPr>
          </p:nvSpPr>
          <p:spPr>
            <a:xfrm>
              <a:off x="355600" y="-345440"/>
              <a:ext cx="649224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84"/>
                </a:lnSpc>
                <a:buNone/>
              </a:pPr>
              <a:r>
                <a:rPr lang="en-US" sz="1320">
                  <a:solidFill>
                    <a:srgbClr val="FF000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44</a:t>
              </a:r>
              <a:endParaRPr lang="en-US" sz="1320"/>
            </a:p>
          </p:txBody>
        </p:sp>
        <p:sp>
          <p:nvSpPr>
            <p:cNvPr id="157" name="Text 5" descr="TEMP_Z_ORDER_9"/>
            <p:cNvSpPr/>
            <p:nvPr>
              <p:custDataLst>
                <p:tags r:id="rId23"/>
              </p:custDataLst>
            </p:nvPr>
          </p:nvSpPr>
          <p:spPr>
            <a:xfrm>
              <a:off x="-513080" y="-86360"/>
              <a:ext cx="2371344" cy="1511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200"/>
                </a:lnSpc>
                <a:buNone/>
              </a:pPr>
              <a:r>
                <a:rPr lang="en-US" sz="960" dirty="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48.4% | </a:t>
              </a:r>
              <a:r>
                <a:rPr lang="en-US" sz="960" dirty="0" err="1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文献有记载，无对应POI</a:t>
              </a:r>
              <a:endParaRPr lang="en-US" sz="960" dirty="0"/>
            </a:p>
          </p:txBody>
        </p:sp>
      </p:grpSp>
      <p:grpSp>
        <p:nvGrpSpPr>
          <p:cNvPr id="117" name="组合 116"/>
          <p:cNvGrpSpPr/>
          <p:nvPr>
            <p:custDataLst>
              <p:tags r:id="rId5"/>
            </p:custDataLst>
          </p:nvPr>
        </p:nvGrpSpPr>
        <p:grpSpPr>
          <a:xfrm>
            <a:off x="6187440" y="1371600"/>
            <a:ext cx="2606040" cy="853440"/>
            <a:chOff x="-635000" y="-635000"/>
            <a:chExt cx="2606040" cy="853440"/>
          </a:xfrm>
        </p:grpSpPr>
        <p:pic>
          <p:nvPicPr>
            <p:cNvPr id="118" name="Image 4" descr="TEMP_Z_ORDER_10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606040" cy="853440"/>
            </a:xfrm>
            <a:prstGeom prst="rect">
              <a:avLst/>
            </a:prstGeom>
          </p:spPr>
        </p:pic>
        <p:sp>
          <p:nvSpPr>
            <p:cNvPr id="119" name="Text 6" descr="TEMP_Z_ORDER_11"/>
            <p:cNvSpPr/>
            <p:nvPr>
              <p:custDataLst>
                <p:tags r:id="rId17"/>
              </p:custDataLst>
            </p:nvPr>
          </p:nvSpPr>
          <p:spPr>
            <a:xfrm>
              <a:off x="142240" y="-513080"/>
              <a:ext cx="1060704" cy="16868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373"/>
                </a:lnSpc>
                <a:buNone/>
              </a:pPr>
              <a:r>
                <a:rPr lang="en-US" sz="9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仅POI匹配</a:t>
              </a:r>
              <a:endParaRPr lang="en-US" sz="960"/>
            </a:p>
          </p:txBody>
        </p:sp>
        <p:sp>
          <p:nvSpPr>
            <p:cNvPr id="120" name="Text 7" descr="TEMP_Z_ORDER_12"/>
            <p:cNvSpPr/>
            <p:nvPr>
              <p:custDataLst>
                <p:tags r:id="rId18"/>
              </p:custDataLst>
            </p:nvPr>
          </p:nvSpPr>
          <p:spPr>
            <a:xfrm>
              <a:off x="508000" y="-345440"/>
              <a:ext cx="329184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84"/>
                </a:lnSpc>
                <a:buNone/>
              </a:pPr>
              <a:r>
                <a:rPr lang="en-US" sz="1320">
                  <a:solidFill>
                    <a:srgbClr val="FF000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3</a:t>
              </a:r>
              <a:endParaRPr lang="en-US" sz="1320"/>
            </a:p>
          </p:txBody>
        </p:sp>
        <p:sp>
          <p:nvSpPr>
            <p:cNvPr id="121" name="Text 8" descr="TEMP_Z_ORDER_13"/>
            <p:cNvSpPr/>
            <p:nvPr>
              <p:custDataLst>
                <p:tags r:id="rId19"/>
              </p:custDataLst>
            </p:nvPr>
          </p:nvSpPr>
          <p:spPr>
            <a:xfrm>
              <a:off x="-513080" y="-86360"/>
              <a:ext cx="2371344" cy="1511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200"/>
                </a:lnSpc>
                <a:buNone/>
              </a:pPr>
              <a:r>
                <a:rPr lang="en-US" sz="96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3.3% | 有空间载体，文献未涉及</a:t>
              </a:r>
              <a:endParaRPr lang="en-US" sz="960"/>
            </a:p>
          </p:txBody>
        </p:sp>
      </p:grpSp>
      <p:grpSp>
        <p:nvGrpSpPr>
          <p:cNvPr id="122" name="组合 121"/>
          <p:cNvGrpSpPr/>
          <p:nvPr>
            <p:custDataLst>
              <p:tags r:id="rId6"/>
            </p:custDataLst>
          </p:nvPr>
        </p:nvGrpSpPr>
        <p:grpSpPr>
          <a:xfrm>
            <a:off x="8976360" y="1371600"/>
            <a:ext cx="2606040" cy="853440"/>
            <a:chOff x="-635000" y="-635000"/>
            <a:chExt cx="2606040" cy="853440"/>
          </a:xfrm>
        </p:grpSpPr>
        <p:pic>
          <p:nvPicPr>
            <p:cNvPr id="123" name="Image 5" descr="TEMP_Z_ORDER_14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606040" cy="853440"/>
            </a:xfrm>
            <a:prstGeom prst="rect">
              <a:avLst/>
            </a:prstGeom>
          </p:spPr>
        </p:pic>
        <p:sp>
          <p:nvSpPr>
            <p:cNvPr id="124" name="Text 9" descr="TEMP_Z_ORDER_15"/>
            <p:cNvSpPr/>
            <p:nvPr>
              <p:custDataLst>
                <p:tags r:id="rId13"/>
              </p:custDataLst>
            </p:nvPr>
          </p:nvSpPr>
          <p:spPr>
            <a:xfrm>
              <a:off x="355600" y="-513080"/>
              <a:ext cx="649224" cy="1688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373"/>
                </a:lnSpc>
                <a:buNone/>
              </a:pPr>
              <a:r>
                <a:rPr lang="en-US" sz="9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无匹配</a:t>
              </a:r>
              <a:endParaRPr lang="en-US" sz="960"/>
            </a:p>
          </p:txBody>
        </p:sp>
        <p:sp>
          <p:nvSpPr>
            <p:cNvPr id="125" name="Text 10" descr="TEMP_Z_ORDER_16"/>
            <p:cNvSpPr/>
            <p:nvPr>
              <p:custDataLst>
                <p:tags r:id="rId14"/>
              </p:custDataLst>
            </p:nvPr>
          </p:nvSpPr>
          <p:spPr>
            <a:xfrm>
              <a:off x="355600" y="-345440"/>
              <a:ext cx="649224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84"/>
                </a:lnSpc>
                <a:buNone/>
              </a:pPr>
              <a:r>
                <a:rPr lang="en-US" sz="1320">
                  <a:solidFill>
                    <a:srgbClr val="FF000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30</a:t>
              </a:r>
              <a:endParaRPr lang="en-US" sz="1320"/>
            </a:p>
          </p:txBody>
        </p:sp>
        <p:sp>
          <p:nvSpPr>
            <p:cNvPr id="126" name="Text 11" descr="TEMP_Z_ORDER_17"/>
            <p:cNvSpPr/>
            <p:nvPr>
              <p:custDataLst>
                <p:tags r:id="rId15"/>
              </p:custDataLst>
            </p:nvPr>
          </p:nvSpPr>
          <p:spPr>
            <a:xfrm>
              <a:off x="-513080" y="-86360"/>
              <a:ext cx="2371344" cy="1511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200"/>
                </a:lnSpc>
                <a:buNone/>
              </a:pPr>
              <a:r>
                <a:rPr lang="en-US" sz="96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33.0% | 两侧均未匹配（多为区级项目）</a:t>
              </a:r>
              <a:endParaRPr lang="en-US" sz="960"/>
            </a:p>
          </p:txBody>
        </p:sp>
      </p:grpSp>
      <p:pic>
        <p:nvPicPr>
          <p:cNvPr id="128" name="Image 6" descr="TEMP_Z_ORDER_1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09600" y="2392680"/>
            <a:ext cx="5410200" cy="3474720"/>
          </a:xfrm>
          <a:prstGeom prst="rect">
            <a:avLst/>
          </a:prstGeom>
        </p:spPr>
      </p:pic>
      <p:sp>
        <p:nvSpPr>
          <p:cNvPr id="129" name="Text 12" descr="TEMP_Z_ORDER_19"/>
          <p:cNvSpPr/>
          <p:nvPr>
            <p:custDataLst>
              <p:tags r:id="rId8"/>
            </p:custDataLst>
          </p:nvPr>
        </p:nvSpPr>
        <p:spPr>
          <a:xfrm>
            <a:off x="792480" y="2575560"/>
            <a:ext cx="5967984" cy="3509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80"/>
              </a:lnSpc>
              <a:buNone/>
            </a:pPr>
            <a:r>
              <a:rPr lang="zh-CN" alt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文化</a:t>
            </a: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实体侧TOP-10（文化记忆密度最高）</a:t>
            </a:r>
            <a:endParaRPr lang="en-US" sz="1920" dirty="0"/>
          </a:p>
        </p:txBody>
      </p:sp>
      <p:sp>
        <p:nvSpPr>
          <p:cNvPr id="97" name="Text 33" descr="TEMP_Z_ORDER_51"/>
          <p:cNvSpPr/>
          <p:nvPr>
            <p:custDataLst>
              <p:tags r:id="rId9"/>
            </p:custDataLst>
          </p:nvPr>
        </p:nvSpPr>
        <p:spPr>
          <a:xfrm>
            <a:off x="7299960" y="2575560"/>
            <a:ext cx="4108704" cy="3509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8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POI侧TOP-10（空间载体最丰富）</a:t>
            </a:r>
            <a:endParaRPr lang="en-US" sz="192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F58E9A3-6188-688E-EBF8-1F5AAECEE9CE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61763" y="3102402"/>
            <a:ext cx="5305873" cy="206395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30F33F3-EB0F-D548-930A-E4DC72DD23CA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202680" y="3094138"/>
            <a:ext cx="5421241" cy="2011261"/>
          </a:xfrm>
          <a:prstGeom prst="rect">
            <a:avLst/>
          </a:prstGeom>
        </p:spPr>
      </p:pic>
      <p:pic>
        <p:nvPicPr>
          <p:cNvPr id="4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5F14E63B-DB9D-E056-1923-5D7D44092341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335360" y="203042"/>
            <a:ext cx="65708" cy="711358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B71A9DB6-A4B5-7444-B982-B6C074F51E6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87680" y="366834"/>
            <a:ext cx="2910840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4.2 </a:t>
            </a:r>
            <a:r>
              <a:rPr lang="zh-CN" altLang="en-US" sz="2800" b="1" dirty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耦合结果展示</a:t>
            </a:r>
            <a:endParaRPr lang="en-US" altLang="zh-CN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6" descr="TEMP_Z_ORDER_18">
            <a:extLst>
              <a:ext uri="{FF2B5EF4-FFF2-40B4-BE49-F238E27FC236}">
                <a16:creationId xmlns:a16="http://schemas.microsoft.com/office/drawing/2014/main" id="{90319B37-EFF6-B0AD-10CA-E627898D69C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8220" y="1325564"/>
            <a:ext cx="4918159" cy="4845206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9ea67713-3cac-4e24-9bbb-8def3fccddca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B045DBE-11E1-7467-F8A4-5AFCAFB42AF4}"/>
              </a:ext>
            </a:extLst>
          </p:cNvPr>
          <p:cNvSpPr txBox="1"/>
          <p:nvPr/>
        </p:nvSpPr>
        <p:spPr>
          <a:xfrm>
            <a:off x="418160" y="1905000"/>
            <a:ext cx="435102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文化未转化是最突出矛盾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48.4%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的非遗在典籍中有记载但无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。粤剧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314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mentions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、龙舟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190+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次、灰塑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54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文化记忆深厚却无体验载体。</a:t>
            </a:r>
            <a:endParaRPr lang="en-US" altLang="zh-CN" sz="16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zh-CN" altLang="en-US" sz="16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市级非遗存在「中间断层」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国家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省级耦合率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~35%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，区级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~15%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，市级仅</a:t>
            </a:r>
            <a:r>
              <a:rPr lang="en-US" altLang="zh-CN" sz="16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3.8%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。龙舟说唱、灰塑、香云纱等市级项目有显著文献记载却几乎无载体。</a:t>
            </a:r>
            <a:endParaRPr lang="en-US" altLang="zh-CN" sz="16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zh-CN" altLang="en-US" sz="16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九江镇文旅倒挂最严重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项非遗 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vs 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仅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259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（占全区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1.9%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）。西樵镇则以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项双向耦合领跑，是文旅融合最深的镇街。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07A8836-A3F2-CA46-180C-EA2FFB09C6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1243" y="1340804"/>
            <a:ext cx="4696018" cy="141676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D811A8E-B999-EB43-0232-A934CFED125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450"/>
          <a:stretch>
            <a:fillRect/>
          </a:stretch>
        </p:blipFill>
        <p:spPr>
          <a:xfrm>
            <a:off x="5521242" y="3047999"/>
            <a:ext cx="4696019" cy="139312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FA3E6A3-F782-EBB1-4531-EDE8F6A035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21241" y="4572000"/>
            <a:ext cx="4696019" cy="1598770"/>
          </a:xfrm>
          <a:prstGeom prst="rect">
            <a:avLst/>
          </a:prstGeom>
        </p:spPr>
      </p:pic>
      <p:pic>
        <p:nvPicPr>
          <p:cNvPr id="4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04E7A621-634A-887B-D0A5-85C4203D5F9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35360" y="203042"/>
            <a:ext cx="65708" cy="711358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9C68A349-260C-6183-7A38-01EEBD487CE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87680" y="366834"/>
            <a:ext cx="3169920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4.3 </a:t>
            </a:r>
            <a:r>
              <a:rPr lang="en-US" altLang="zh-CN" sz="2800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耦合特征分析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 descr="TEMP_Z_ORDER_8">
            <a:extLst>
              <a:ext uri="{FF2B5EF4-FFF2-40B4-BE49-F238E27FC236}">
                <a16:creationId xmlns:a16="http://schemas.microsoft.com/office/drawing/2014/main" id="{48A6875F-554D-80B3-255E-130C068A92F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878484" y="2151969"/>
            <a:ext cx="15240" cy="402336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sp>
        <p:nvSpPr>
          <p:cNvPr id="27" name="Text 1" descr="TEMP_Z_ORDER_4"/>
          <p:cNvSpPr/>
          <p:nvPr>
            <p:custDataLst>
              <p:tags r:id="rId3"/>
            </p:custDataLst>
          </p:nvPr>
        </p:nvSpPr>
        <p:spPr>
          <a:xfrm>
            <a:off x="4764596" y="1740489"/>
            <a:ext cx="7183564" cy="22672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915"/>
              </a:lnSpc>
              <a:buNone/>
            </a:pPr>
            <a:r>
              <a:rPr lang="en-US" sz="144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rPr>
              <a:t>4月上旬             4月中旬           4月下旬              5月上旬          5月中旬      5</a:t>
            </a:r>
            <a:r>
              <a:rPr lang="zh-CN" altLang="en-US" sz="144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rPr>
              <a:t>月下旬</a:t>
            </a:r>
            <a:endParaRPr lang="en-US" sz="14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Image 3" descr="TEMP_Z_ORDER_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974957" y="2151969"/>
            <a:ext cx="15240" cy="4023360"/>
          </a:xfrm>
          <a:prstGeom prst="rect">
            <a:avLst/>
          </a:prstGeom>
        </p:spPr>
      </p:pic>
      <p:pic>
        <p:nvPicPr>
          <p:cNvPr id="29" name="Image 4" descr="TEMP_Z_ORDER_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203910" y="2151969"/>
            <a:ext cx="15240" cy="4023360"/>
          </a:xfrm>
          <a:prstGeom prst="rect">
            <a:avLst/>
          </a:prstGeom>
        </p:spPr>
      </p:pic>
      <p:pic>
        <p:nvPicPr>
          <p:cNvPr id="30" name="Image 5" descr="TEMP_Z_ORDER_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432864" y="2151969"/>
            <a:ext cx="15240" cy="4023360"/>
          </a:xfrm>
          <a:prstGeom prst="rect">
            <a:avLst/>
          </a:prstGeom>
        </p:spPr>
      </p:pic>
      <p:pic>
        <p:nvPicPr>
          <p:cNvPr id="31" name="Image 6" descr="TEMP_Z_ORDER_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661818" y="2151969"/>
            <a:ext cx="15240" cy="4023360"/>
          </a:xfrm>
          <a:prstGeom prst="rect">
            <a:avLst/>
          </a:prstGeom>
        </p:spPr>
      </p:pic>
      <p:sp>
        <p:nvSpPr>
          <p:cNvPr id="32" name="Text 2" descr="TEMP_Z_ORDER_9"/>
          <p:cNvSpPr/>
          <p:nvPr>
            <p:custDataLst>
              <p:tags r:id="rId8"/>
            </p:custDataLst>
          </p:nvPr>
        </p:nvSpPr>
        <p:spPr>
          <a:xfrm>
            <a:off x="694944" y="1311504"/>
            <a:ext cx="3864864" cy="2592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31"/>
              </a:lnSpc>
              <a:buNone/>
            </a:pPr>
            <a:r>
              <a:rPr lang="en-US" sz="1560" dirty="0" err="1">
                <a:solidFill>
                  <a:srgbClr val="5A07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rPr>
              <a:t>知识图谱深化</a:t>
            </a:r>
            <a:endParaRPr lang="en-US" sz="15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3" descr="TEMP_Z_ORDER_10"/>
          <p:cNvSpPr/>
          <p:nvPr>
            <p:custDataLst>
              <p:tags r:id="rId9"/>
            </p:custDataLst>
          </p:nvPr>
        </p:nvSpPr>
        <p:spPr>
          <a:xfrm>
            <a:off x="694944" y="1693445"/>
            <a:ext cx="3864864" cy="7249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5"/>
              </a:lnSpc>
              <a:buNone/>
            </a:pPr>
            <a:r>
              <a:rPr lang="en-US" sz="1200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rPr>
              <a:t>将进一步进行图谱的补全与子图分析，利用图算法挖掘更多隐藏的文旅关联路径，为方案设计提供更深层次的洞察，预期产出关联发现报告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rPr>
              <a:t>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4" descr="TEMP_Z_ORDER_11"/>
          <p:cNvSpPr/>
          <p:nvPr>
            <p:custDataLst>
              <p:tags r:id="rId10"/>
            </p:custDataLst>
          </p:nvPr>
        </p:nvSpPr>
        <p:spPr>
          <a:xfrm>
            <a:off x="694944" y="2525996"/>
            <a:ext cx="3864864" cy="2592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31"/>
              </a:lnSpc>
              <a:buNone/>
            </a:pPr>
            <a:r>
              <a:rPr lang="en-US" sz="1560">
                <a:solidFill>
                  <a:srgbClr val="5A07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rPr>
              <a:t>文旅融合提升方案设计</a:t>
            </a:r>
            <a:endParaRPr lang="en-US" sz="156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 5" descr="TEMP_Z_ORDER_12"/>
          <p:cNvSpPr/>
          <p:nvPr>
            <p:custDataLst>
              <p:tags r:id="rId11"/>
            </p:custDataLst>
          </p:nvPr>
        </p:nvSpPr>
        <p:spPr>
          <a:xfrm>
            <a:off x="694944" y="2907937"/>
            <a:ext cx="3864864" cy="7249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5"/>
              </a:lnSpc>
              <a:buNone/>
            </a:pPr>
            <a:r>
              <a:rPr lang="en-US" sz="1200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rPr>
              <a:t>基于耦合分析和图谱发现的核心问题（如空间错位、文化缺失等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rPr>
              <a:t>），针对性地设计2-3个具体的、可落地的文旅融合提升方案。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6" descr="TEMP_Z_ORDER_13"/>
          <p:cNvSpPr/>
          <p:nvPr>
            <p:custDataLst>
              <p:tags r:id="rId12"/>
            </p:custDataLst>
          </p:nvPr>
        </p:nvSpPr>
        <p:spPr>
          <a:xfrm>
            <a:off x="694944" y="3740488"/>
            <a:ext cx="3864864" cy="2592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31"/>
              </a:lnSpc>
              <a:buNone/>
            </a:pPr>
            <a:r>
              <a:rPr lang="en-US" sz="1560" dirty="0" err="1">
                <a:solidFill>
                  <a:srgbClr val="5A07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rPr>
              <a:t>论文撰写</a:t>
            </a:r>
            <a:endParaRPr lang="en-US" sz="15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 7" descr="TEMP_Z_ORDER_14"/>
          <p:cNvSpPr/>
          <p:nvPr>
            <p:custDataLst>
              <p:tags r:id="rId13"/>
            </p:custDataLst>
          </p:nvPr>
        </p:nvSpPr>
        <p:spPr>
          <a:xfrm>
            <a:off x="694944" y="4122429"/>
            <a:ext cx="3864864" cy="466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5"/>
              </a:lnSpc>
              <a:buNone/>
            </a:pPr>
            <a:r>
              <a:rPr lang="en-US" sz="1200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rPr>
              <a:t>系统整合所有研究过程、数据、方法、分析结果与结论，完成毕业论文的撰写，并精心制作所有图表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rPr>
              <a:t>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 8" descr="TEMP_Z_ORDER_15"/>
          <p:cNvSpPr/>
          <p:nvPr>
            <p:custDataLst>
              <p:tags r:id="rId14"/>
            </p:custDataLst>
          </p:nvPr>
        </p:nvSpPr>
        <p:spPr>
          <a:xfrm>
            <a:off x="694944" y="4696227"/>
            <a:ext cx="3864864" cy="2592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31"/>
              </a:lnSpc>
              <a:buNone/>
            </a:pPr>
            <a:r>
              <a:rPr lang="en-US" sz="1560" dirty="0" err="1">
                <a:solidFill>
                  <a:srgbClr val="5A07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rPr>
              <a:t>答辩准备</a:t>
            </a:r>
            <a:endParaRPr lang="en-US" sz="15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 9" descr="TEMP_Z_ORDER_16"/>
          <p:cNvSpPr/>
          <p:nvPr>
            <p:custDataLst>
              <p:tags r:id="rId15"/>
            </p:custDataLst>
          </p:nvPr>
        </p:nvSpPr>
        <p:spPr>
          <a:xfrm>
            <a:off x="694944" y="5078168"/>
            <a:ext cx="3864864" cy="466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5"/>
              </a:lnSpc>
              <a:buNone/>
            </a:pPr>
            <a:r>
              <a:rPr lang="en-US" sz="1200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rPr>
              <a:t>完成论文的查重、修改与最终定稿，并在此基础上制作答辩PPT，为最终的学术汇报做好全面准备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rPr>
              <a:t>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" name="Image 7" descr="TEMP_Z_ORDER_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764596" y="2532969"/>
            <a:ext cx="1234440" cy="243840"/>
          </a:xfrm>
          <a:prstGeom prst="rect">
            <a:avLst/>
          </a:prstGeom>
        </p:spPr>
      </p:pic>
      <p:pic>
        <p:nvPicPr>
          <p:cNvPr id="41" name="Image 8" descr="TEMP_Z_ORDER_18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959316" y="3429000"/>
            <a:ext cx="1234440" cy="243840"/>
          </a:xfrm>
          <a:prstGeom prst="rect">
            <a:avLst/>
          </a:prstGeom>
        </p:spPr>
      </p:pic>
      <p:pic>
        <p:nvPicPr>
          <p:cNvPr id="42" name="Image 9" descr="TEMP_Z_ORDER_19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221673" y="4351005"/>
            <a:ext cx="2468880" cy="243840"/>
          </a:xfrm>
          <a:prstGeom prst="rect">
            <a:avLst/>
          </a:prstGeom>
        </p:spPr>
      </p:pic>
      <p:pic>
        <p:nvPicPr>
          <p:cNvPr id="43" name="Image 10" descr="TEMP_Z_ORDER_20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669438" y="5141247"/>
            <a:ext cx="1234440" cy="243840"/>
          </a:xfrm>
          <a:prstGeom prst="rect">
            <a:avLst/>
          </a:prstGeom>
        </p:spPr>
      </p:pic>
      <p:pic>
        <p:nvPicPr>
          <p:cNvPr id="5" name="Image 10" descr="TEMP_Z_ORDER_20">
            <a:extLst>
              <a:ext uri="{FF2B5EF4-FFF2-40B4-BE49-F238E27FC236}">
                <a16:creationId xmlns:a16="http://schemas.microsoft.com/office/drawing/2014/main" id="{6420AA93-238D-FBC3-DC4E-C9148949963E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864989" y="5931489"/>
            <a:ext cx="1234440" cy="243840"/>
          </a:xfrm>
          <a:prstGeom prst="rect">
            <a:avLst/>
          </a:prstGeom>
        </p:spPr>
      </p:pic>
      <p:sp>
        <p:nvSpPr>
          <p:cNvPr id="6" name="Text 8" descr="TEMP_Z_ORDER_15">
            <a:extLst>
              <a:ext uri="{FF2B5EF4-FFF2-40B4-BE49-F238E27FC236}">
                <a16:creationId xmlns:a16="http://schemas.microsoft.com/office/drawing/2014/main" id="{1BEF9FD9-577C-D3B8-D3E7-C9BDB606E13C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694944" y="5651966"/>
            <a:ext cx="3864864" cy="2633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31"/>
              </a:lnSpc>
              <a:buNone/>
            </a:pPr>
            <a:r>
              <a:rPr lang="zh-CN" altLang="en-US" sz="1560" dirty="0">
                <a:solidFill>
                  <a:srgbClr val="5A07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提交论文</a:t>
            </a:r>
            <a:endParaRPr lang="en-US" sz="15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9" descr="TEMP_Z_ORDER_16">
            <a:extLst>
              <a:ext uri="{FF2B5EF4-FFF2-40B4-BE49-F238E27FC236}">
                <a16:creationId xmlns:a16="http://schemas.microsoft.com/office/drawing/2014/main" id="{F3380073-A286-F22F-BF04-F0B16C3CF0EF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94944" y="6022953"/>
            <a:ext cx="3864864" cy="2224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5"/>
              </a:lnSpc>
              <a:buNone/>
            </a:pPr>
            <a:r>
              <a:rPr lang="zh-CN" alt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" pitchFamily="34" charset="-120"/>
              </a:rPr>
              <a:t>提交最终的论文版本以及完成答辩。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Image 0" descr="https://oss.jianzeppt.com/editablePptPic/isIllustration_2_isShadow_0/44fd407f-6289-4c0d-9da8-5615dc49cf12_image_024f533a16df894d6710d6aaad9f47c2_14123563.png?x-oss-process=image/resize,w_1440,h_800,m_lfit/format,png">
            <a:extLst>
              <a:ext uri="{FF2B5EF4-FFF2-40B4-BE49-F238E27FC236}">
                <a16:creationId xmlns:a16="http://schemas.microsoft.com/office/drawing/2014/main" id="{C99EA236-5D77-FEEE-E7E0-A2A6EECBDB64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335360" y="203042"/>
            <a:ext cx="65708" cy="711358"/>
          </a:xfrm>
          <a:prstGeom prst="rect">
            <a:avLst/>
          </a:prstGeom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7857EAF0-78AE-1712-562A-81EDA4644D37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487680" y="366834"/>
            <a:ext cx="2712720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28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后续计划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599226" y="1736369"/>
            <a:ext cx="10993549" cy="1903303"/>
            <a:chOff x="-635000" y="-635000"/>
            <a:chExt cx="10993549" cy="1903303"/>
          </a:xfrm>
        </p:grpSpPr>
        <p:pic>
          <p:nvPicPr>
            <p:cNvPr id="9" name="Image 0" descr="TEMP_Z_ORDER_0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10993549" cy="1903302"/>
            </a:xfrm>
            <a:prstGeom prst="rect">
              <a:avLst/>
            </a:prstGeom>
          </p:spPr>
        </p:pic>
        <p:pic>
          <p:nvPicPr>
            <p:cNvPr id="10" name="Image 1" descr="TEMP_Z_ORDER_1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4999" y="-634998"/>
              <a:ext cx="821803" cy="867934"/>
            </a:xfrm>
            <a:prstGeom prst="rect">
              <a:avLst/>
            </a:prstGeom>
          </p:spPr>
        </p:pic>
        <p:pic>
          <p:nvPicPr>
            <p:cNvPr id="11" name="Image 2" descr="TEMP_Z_ORDER_2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8927552" y="1057631"/>
              <a:ext cx="1430995" cy="210672"/>
            </a:xfrm>
            <a:prstGeom prst="rect">
              <a:avLst/>
            </a:prstGeom>
          </p:spPr>
        </p:pic>
      </p:grpSp>
      <p:pic>
        <p:nvPicPr>
          <p:cNvPr id="5" name="Image 3" descr="https://test.web.static.jianzeppt.com/ppt-temp-img3/f195b616ed7c7b6b9b0af244b7089685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073617" y="399619"/>
            <a:ext cx="2519157" cy="991862"/>
          </a:xfrm>
          <a:prstGeom prst="rect">
            <a:avLst/>
          </a:prstGeom>
        </p:spPr>
      </p:pic>
      <p:sp>
        <p:nvSpPr>
          <p:cNvPr id="6" name="Text 0"/>
          <p:cNvSpPr/>
          <p:nvPr>
            <p:custDataLst>
              <p:tags r:id="rId3"/>
            </p:custDataLst>
          </p:nvPr>
        </p:nvSpPr>
        <p:spPr>
          <a:xfrm>
            <a:off x="1045853" y="3581400"/>
            <a:ext cx="10109438" cy="5170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8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</a:t>
            </a:r>
            <a:r>
              <a:rPr lang="en-US" sz="1680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欢迎提问与交流</a:t>
            </a:r>
            <a:endParaRPr lang="en-US" sz="16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045853" y="2197037"/>
            <a:ext cx="5539978" cy="830997"/>
            <a:chOff x="-635000" y="-635000"/>
            <a:chExt cx="5539978" cy="830997"/>
          </a:xfrm>
        </p:grpSpPr>
        <p:sp>
          <p:nvSpPr>
            <p:cNvPr id="13" name="Text 1" descr="TEMP_Z_ORDER_5"/>
            <p:cNvSpPr/>
            <p:nvPr>
              <p:custDataLst>
                <p:tags r:id="rId5"/>
              </p:custDataLst>
            </p:nvPr>
          </p:nvSpPr>
          <p:spPr>
            <a:xfrm>
              <a:off x="-635000" y="-635000"/>
              <a:ext cx="5539978" cy="8309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5400" b="1" dirty="0" err="1">
                  <a:solidFill>
                    <a:srgbClr val="66087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感谢各位老师指导</a:t>
              </a:r>
              <a:endParaRPr lang="en-US" sz="5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25669DBF-61E6-A186-A086-519EA3ABBE18}"/>
              </a:ext>
            </a:extLst>
          </p:cNvPr>
          <p:cNvSpPr/>
          <p:nvPr/>
        </p:nvSpPr>
        <p:spPr>
          <a:xfrm>
            <a:off x="3657600" y="4495800"/>
            <a:ext cx="5057463" cy="14935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22"/>
              </a:lnSpc>
            </a:pPr>
            <a:r>
              <a:rPr lang="en-US" sz="1568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姓名：孟帅</a:t>
            </a:r>
            <a:r>
              <a:rPr lang="en-US" sz="1568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
学号：2021010910
</a:t>
            </a:r>
            <a:r>
              <a:rPr lang="en-US" sz="1568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导师：邬东璠</a:t>
            </a:r>
            <a:r>
              <a:rPr lang="en-US" sz="1568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
时间：2026.04.01</a:t>
            </a:r>
            <a:endParaRPr lang="en-US" sz="1568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 unknown"/>
  <p:tag name="AS_RELEASE_DATE" val="2025.05.31"/>
  <p:tag name="AS_TITLE" val="Aspose.Slides for Java"/>
  <p:tag name="AS_VERSION" val="25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7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9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5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9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5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6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7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8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9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5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6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9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4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5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8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3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6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7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6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7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8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6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7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8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3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9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3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4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5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6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6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4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5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9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3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8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3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7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8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4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5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6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7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8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9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9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9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4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8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3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8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2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7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7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5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6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5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6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5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6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7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3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7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8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9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2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3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4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5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5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6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4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7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8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3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9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5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6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3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4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7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8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8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9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2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3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4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5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6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0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7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4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6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3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5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2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9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5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6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7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8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4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5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6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7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8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9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0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2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4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5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7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8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6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0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0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5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6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5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9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9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4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2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3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4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7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8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8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2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3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2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3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0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2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7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8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9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0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2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7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8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9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0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2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7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8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9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0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2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5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6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7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3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4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7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0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6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9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0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0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1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2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5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6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1167</Words>
  <Application>Microsoft Office PowerPoint</Application>
  <PresentationFormat>宽屏</PresentationFormat>
  <Paragraphs>230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思源黑体 CN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帅 孟</cp:lastModifiedBy>
  <cp:revision>86</cp:revision>
  <cp:lastPrinted>2026-03-30T17:23:28Z</cp:lastPrinted>
  <dcterms:created xsi:type="dcterms:W3CDTF">2026-03-30T09:23:28Z</dcterms:created>
  <dcterms:modified xsi:type="dcterms:W3CDTF">2026-03-31T09:16:13Z</dcterms:modified>
</cp:coreProperties>
</file>