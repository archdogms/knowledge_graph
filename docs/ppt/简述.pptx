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5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61" r:id="rId1"/>
  </p:sldMasterIdLst>
  <p:notesMasterIdLst>
    <p:notesMasterId r:id="rId2"/>
  </p:notesMasterIdLst>
  <p:sldIdLst>
    <p:sldId id="259" r:id="rId3"/>
    <p:sldId id="262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tags" Target="tags/tag99.xml" /><Relationship Id="rId6" Type="http://schemas.openxmlformats.org/officeDocument/2006/relationships/presProps" Target="presProps.xml" /><Relationship Id="rId7" Type="http://schemas.openxmlformats.org/officeDocument/2006/relationships/viewProps" Target="viewProps.xml" /><Relationship Id="rId8" Type="http://schemas.openxmlformats.org/officeDocument/2006/relationships/theme" Target="theme/theme3.xml" /><Relationship Id="rId9" Type="http://schemas.openxmlformats.org/officeDocument/2006/relationships/tableStyles" Target="tableStyles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.xml" /><Relationship Id="rId2" Type="http://schemas.openxmlformats.org/officeDocument/2006/relationships/tags" Target="../tags/tag4.xml" /><Relationship Id="rId3" Type="http://schemas.openxmlformats.org/officeDocument/2006/relationships/tags" Target="../tags/tag5.xml" /><Relationship Id="rId4" Type="http://schemas.openxmlformats.org/officeDocument/2006/relationships/tags" Target="../tags/tag6.xml" /><Relationship Id="rId5" Type="http://schemas.openxmlformats.org/officeDocument/2006/relationships/tags" Target="../tags/tag7.xml" /><Relationship Id="rId6" Type="http://schemas.openxmlformats.org/officeDocument/2006/relationships/tags" Target="../tags/tag8.xml" /><Relationship Id="rId7" Type="http://schemas.openxmlformats.org/officeDocument/2006/relationships/tags" Target="../tags/tag9.xml" /><Relationship Id="rId8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0.xml" /><Relationship Id="rId4" Type="http://schemas.openxmlformats.org/officeDocument/2006/relationships/tags" Target="../tags/tag11.xml" /><Relationship Id="rId5" Type="http://schemas.openxmlformats.org/officeDocument/2006/relationships/tags" Target="../tags/tag12.xml" /><Relationship Id="rId6" Type="http://schemas.openxmlformats.org/officeDocument/2006/relationships/tags" Target="../tags/tag13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tags" Target="../tags/tag57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.xml" /><Relationship Id="rId3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8.xml" /><Relationship Id="rId11" Type="http://schemas.openxmlformats.org/officeDocument/2006/relationships/image" Target="../media/image4.png" /><Relationship Id="rId12" Type="http://schemas.openxmlformats.org/officeDocument/2006/relationships/tags" Target="../tags/tag19.xml" /><Relationship Id="rId13" Type="http://schemas.openxmlformats.org/officeDocument/2006/relationships/image" Target="../media/image5.png" /><Relationship Id="rId14" Type="http://schemas.openxmlformats.org/officeDocument/2006/relationships/image" Target="../media/image6.svg" /><Relationship Id="rId15" Type="http://schemas.openxmlformats.org/officeDocument/2006/relationships/tags" Target="../tags/tag20.xml" /><Relationship Id="rId16" Type="http://schemas.openxmlformats.org/officeDocument/2006/relationships/image" Target="../media/image7.png" /><Relationship Id="rId17" Type="http://schemas.openxmlformats.org/officeDocument/2006/relationships/image" Target="../media/image8.svg" /><Relationship Id="rId18" Type="http://schemas.openxmlformats.org/officeDocument/2006/relationships/tags" Target="../tags/tag21.xml" /><Relationship Id="rId19" Type="http://schemas.openxmlformats.org/officeDocument/2006/relationships/image" Target="../media/image9.png" /><Relationship Id="rId2" Type="http://schemas.openxmlformats.org/officeDocument/2006/relationships/notesSlide" Target="../notesSlides/notesSlide1.xml" /><Relationship Id="rId20" Type="http://schemas.openxmlformats.org/officeDocument/2006/relationships/image" Target="../media/image10.svg" /><Relationship Id="rId21" Type="http://schemas.openxmlformats.org/officeDocument/2006/relationships/tags" Target="../tags/tag22.xml" /><Relationship Id="rId22" Type="http://schemas.openxmlformats.org/officeDocument/2006/relationships/tags" Target="../tags/tag23.xml" /><Relationship Id="rId23" Type="http://schemas.openxmlformats.org/officeDocument/2006/relationships/image" Target="../media/image11.png" /><Relationship Id="rId24" Type="http://schemas.openxmlformats.org/officeDocument/2006/relationships/tags" Target="../tags/tag24.xml" /><Relationship Id="rId25" Type="http://schemas.openxmlformats.org/officeDocument/2006/relationships/image" Target="../media/image12.png" /><Relationship Id="rId26" Type="http://schemas.openxmlformats.org/officeDocument/2006/relationships/image" Target="../media/image13.svg" /><Relationship Id="rId27" Type="http://schemas.openxmlformats.org/officeDocument/2006/relationships/tags" Target="../tags/tag25.xml" /><Relationship Id="rId28" Type="http://schemas.openxmlformats.org/officeDocument/2006/relationships/image" Target="../media/image14.png" /><Relationship Id="rId29" Type="http://schemas.openxmlformats.org/officeDocument/2006/relationships/image" Target="../media/image15.svg" /><Relationship Id="rId3" Type="http://schemas.openxmlformats.org/officeDocument/2006/relationships/tags" Target="../tags/tag14.xml" /><Relationship Id="rId30" Type="http://schemas.openxmlformats.org/officeDocument/2006/relationships/tags" Target="../tags/tag26.xml" /><Relationship Id="rId31" Type="http://schemas.openxmlformats.org/officeDocument/2006/relationships/image" Target="../media/image16.png" /><Relationship Id="rId32" Type="http://schemas.openxmlformats.org/officeDocument/2006/relationships/image" Target="../media/image17.svg" /><Relationship Id="rId33" Type="http://schemas.openxmlformats.org/officeDocument/2006/relationships/tags" Target="../tags/tag27.xml" /><Relationship Id="rId34" Type="http://schemas.openxmlformats.org/officeDocument/2006/relationships/tags" Target="../tags/tag28.xml" /><Relationship Id="rId35" Type="http://schemas.openxmlformats.org/officeDocument/2006/relationships/image" Target="../media/image18.png" /><Relationship Id="rId36" Type="http://schemas.openxmlformats.org/officeDocument/2006/relationships/tags" Target="../tags/tag29.xml" /><Relationship Id="rId37" Type="http://schemas.openxmlformats.org/officeDocument/2006/relationships/image" Target="../media/image19.png" /><Relationship Id="rId38" Type="http://schemas.openxmlformats.org/officeDocument/2006/relationships/image" Target="../media/image20.svg" /><Relationship Id="rId39" Type="http://schemas.openxmlformats.org/officeDocument/2006/relationships/tags" Target="../tags/tag30.xml" /><Relationship Id="rId4" Type="http://schemas.openxmlformats.org/officeDocument/2006/relationships/image" Target="../media/image1.png" /><Relationship Id="rId40" Type="http://schemas.openxmlformats.org/officeDocument/2006/relationships/image" Target="../media/image21.png" /><Relationship Id="rId41" Type="http://schemas.openxmlformats.org/officeDocument/2006/relationships/image" Target="../media/image22.svg" /><Relationship Id="rId42" Type="http://schemas.openxmlformats.org/officeDocument/2006/relationships/tags" Target="../tags/tag31.xml" /><Relationship Id="rId43" Type="http://schemas.openxmlformats.org/officeDocument/2006/relationships/image" Target="../media/image23.png" /><Relationship Id="rId44" Type="http://schemas.openxmlformats.org/officeDocument/2006/relationships/image" Target="../media/image24.svg" /><Relationship Id="rId45" Type="http://schemas.openxmlformats.org/officeDocument/2006/relationships/tags" Target="../tags/tag32.xml" /><Relationship Id="rId46" Type="http://schemas.openxmlformats.org/officeDocument/2006/relationships/tags" Target="../tags/tag33.xml" /><Relationship Id="rId47" Type="http://schemas.openxmlformats.org/officeDocument/2006/relationships/image" Target="../media/image25.png" /><Relationship Id="rId48" Type="http://schemas.openxmlformats.org/officeDocument/2006/relationships/tags" Target="../tags/tag34.xml" /><Relationship Id="rId49" Type="http://schemas.openxmlformats.org/officeDocument/2006/relationships/image" Target="../media/image26.png" /><Relationship Id="rId5" Type="http://schemas.openxmlformats.org/officeDocument/2006/relationships/tags" Target="../tags/tag15.xml" /><Relationship Id="rId50" Type="http://schemas.openxmlformats.org/officeDocument/2006/relationships/image" Target="../media/image27.svg" /><Relationship Id="rId51" Type="http://schemas.openxmlformats.org/officeDocument/2006/relationships/tags" Target="../tags/tag35.xml" /><Relationship Id="rId52" Type="http://schemas.openxmlformats.org/officeDocument/2006/relationships/image" Target="../media/image28.png" /><Relationship Id="rId53" Type="http://schemas.openxmlformats.org/officeDocument/2006/relationships/image" Target="../media/image29.svg" /><Relationship Id="rId54" Type="http://schemas.openxmlformats.org/officeDocument/2006/relationships/tags" Target="../tags/tag36.xml" /><Relationship Id="rId55" Type="http://schemas.openxmlformats.org/officeDocument/2006/relationships/image" Target="../media/image30.png" /><Relationship Id="rId56" Type="http://schemas.openxmlformats.org/officeDocument/2006/relationships/image" Target="../media/image31.svg" /><Relationship Id="rId57" Type="http://schemas.openxmlformats.org/officeDocument/2006/relationships/tags" Target="../tags/tag37.xml" /><Relationship Id="rId58" Type="http://schemas.openxmlformats.org/officeDocument/2006/relationships/tags" Target="../tags/tag38.xml" /><Relationship Id="rId59" Type="http://schemas.openxmlformats.org/officeDocument/2006/relationships/tags" Target="../tags/tag39.xml" /><Relationship Id="rId6" Type="http://schemas.openxmlformats.org/officeDocument/2006/relationships/image" Target="../media/image2.png" /><Relationship Id="rId60" Type="http://schemas.openxmlformats.org/officeDocument/2006/relationships/tags" Target="../tags/tag40.xml" /><Relationship Id="rId61" Type="http://schemas.openxmlformats.org/officeDocument/2006/relationships/tags" Target="../tags/tag41.xml" /><Relationship Id="rId62" Type="http://schemas.openxmlformats.org/officeDocument/2006/relationships/tags" Target="../tags/tag42.xml" /><Relationship Id="rId63" Type="http://schemas.openxmlformats.org/officeDocument/2006/relationships/tags" Target="../tags/tag43.xml" /><Relationship Id="rId64" Type="http://schemas.openxmlformats.org/officeDocument/2006/relationships/tags" Target="../tags/tag44.xml" /><Relationship Id="rId65" Type="http://schemas.openxmlformats.org/officeDocument/2006/relationships/tags" Target="../tags/tag45.xml" /><Relationship Id="rId66" Type="http://schemas.openxmlformats.org/officeDocument/2006/relationships/tags" Target="../tags/tag46.xml" /><Relationship Id="rId67" Type="http://schemas.openxmlformats.org/officeDocument/2006/relationships/tags" Target="../tags/tag47.xml" /><Relationship Id="rId68" Type="http://schemas.openxmlformats.org/officeDocument/2006/relationships/tags" Target="../tags/tag48.xml" /><Relationship Id="rId69" Type="http://schemas.openxmlformats.org/officeDocument/2006/relationships/tags" Target="../tags/tag49.xml" /><Relationship Id="rId7" Type="http://schemas.openxmlformats.org/officeDocument/2006/relationships/tags" Target="../tags/tag16.xml" /><Relationship Id="rId70" Type="http://schemas.openxmlformats.org/officeDocument/2006/relationships/tags" Target="../tags/tag50.xml" /><Relationship Id="rId71" Type="http://schemas.openxmlformats.org/officeDocument/2006/relationships/tags" Target="../tags/tag51.xml" /><Relationship Id="rId72" Type="http://schemas.openxmlformats.org/officeDocument/2006/relationships/tags" Target="../tags/tag52.xml" /><Relationship Id="rId73" Type="http://schemas.openxmlformats.org/officeDocument/2006/relationships/tags" Target="../tags/tag53.xml" /><Relationship Id="rId8" Type="http://schemas.openxmlformats.org/officeDocument/2006/relationships/image" Target="../media/image3.png" /><Relationship Id="rId9" Type="http://schemas.openxmlformats.org/officeDocument/2006/relationships/tags" Target="../tags/tag1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33.svg" /><Relationship Id="rId11" Type="http://schemas.openxmlformats.org/officeDocument/2006/relationships/tags" Target="../tags/tag62.xml" /><Relationship Id="rId12" Type="http://schemas.openxmlformats.org/officeDocument/2006/relationships/tags" Target="../tags/tag63.xml" /><Relationship Id="rId13" Type="http://schemas.openxmlformats.org/officeDocument/2006/relationships/tags" Target="../tags/tag64.xml" /><Relationship Id="rId14" Type="http://schemas.openxmlformats.org/officeDocument/2006/relationships/tags" Target="../tags/tag65.xml" /><Relationship Id="rId15" Type="http://schemas.openxmlformats.org/officeDocument/2006/relationships/image" Target="../media/image34.png" /><Relationship Id="rId16" Type="http://schemas.openxmlformats.org/officeDocument/2006/relationships/image" Target="../media/image35.svg" /><Relationship Id="rId17" Type="http://schemas.openxmlformats.org/officeDocument/2006/relationships/tags" Target="../tags/tag66.xml" /><Relationship Id="rId18" Type="http://schemas.openxmlformats.org/officeDocument/2006/relationships/tags" Target="../tags/tag67.xml" /><Relationship Id="rId19" Type="http://schemas.openxmlformats.org/officeDocument/2006/relationships/image" Target="../media/image36.png" /><Relationship Id="rId2" Type="http://schemas.openxmlformats.org/officeDocument/2006/relationships/notesSlide" Target="../notesSlides/notesSlide2.xml" /><Relationship Id="rId20" Type="http://schemas.openxmlformats.org/officeDocument/2006/relationships/image" Target="../media/image37.svg" /><Relationship Id="rId21" Type="http://schemas.openxmlformats.org/officeDocument/2006/relationships/tags" Target="../tags/tag68.xml" /><Relationship Id="rId22" Type="http://schemas.openxmlformats.org/officeDocument/2006/relationships/tags" Target="../tags/tag69.xml" /><Relationship Id="rId23" Type="http://schemas.openxmlformats.org/officeDocument/2006/relationships/tags" Target="../tags/tag70.xml" /><Relationship Id="rId24" Type="http://schemas.openxmlformats.org/officeDocument/2006/relationships/tags" Target="../tags/tag71.xml" /><Relationship Id="rId25" Type="http://schemas.openxmlformats.org/officeDocument/2006/relationships/tags" Target="../tags/tag72.xml" /><Relationship Id="rId26" Type="http://schemas.openxmlformats.org/officeDocument/2006/relationships/tags" Target="../tags/tag73.xml" /><Relationship Id="rId27" Type="http://schemas.openxmlformats.org/officeDocument/2006/relationships/tags" Target="../tags/tag74.xml" /><Relationship Id="rId28" Type="http://schemas.openxmlformats.org/officeDocument/2006/relationships/tags" Target="../tags/tag75.xml" /><Relationship Id="rId29" Type="http://schemas.openxmlformats.org/officeDocument/2006/relationships/tags" Target="../tags/tag76.xml" /><Relationship Id="rId3" Type="http://schemas.openxmlformats.org/officeDocument/2006/relationships/tags" Target="../tags/tag58.xml" /><Relationship Id="rId30" Type="http://schemas.openxmlformats.org/officeDocument/2006/relationships/image" Target="../media/image38.png" /><Relationship Id="rId31" Type="http://schemas.openxmlformats.org/officeDocument/2006/relationships/image" Target="../media/image39.svg" /><Relationship Id="rId32" Type="http://schemas.openxmlformats.org/officeDocument/2006/relationships/tags" Target="../tags/tag77.xml" /><Relationship Id="rId33" Type="http://schemas.openxmlformats.org/officeDocument/2006/relationships/tags" Target="../tags/tag78.xml" /><Relationship Id="rId34" Type="http://schemas.openxmlformats.org/officeDocument/2006/relationships/image" Target="../media/image40.png" /><Relationship Id="rId35" Type="http://schemas.openxmlformats.org/officeDocument/2006/relationships/image" Target="../media/image41.svg" /><Relationship Id="rId36" Type="http://schemas.openxmlformats.org/officeDocument/2006/relationships/tags" Target="../tags/tag79.xml" /><Relationship Id="rId37" Type="http://schemas.openxmlformats.org/officeDocument/2006/relationships/tags" Target="../tags/tag80.xml" /><Relationship Id="rId38" Type="http://schemas.openxmlformats.org/officeDocument/2006/relationships/tags" Target="../tags/tag81.xml" /><Relationship Id="rId39" Type="http://schemas.openxmlformats.org/officeDocument/2006/relationships/tags" Target="../tags/tag82.xml" /><Relationship Id="rId4" Type="http://schemas.openxmlformats.org/officeDocument/2006/relationships/image" Target="../media/image1.png" /><Relationship Id="rId40" Type="http://schemas.openxmlformats.org/officeDocument/2006/relationships/tags" Target="../tags/tag83.xml" /><Relationship Id="rId41" Type="http://schemas.openxmlformats.org/officeDocument/2006/relationships/tags" Target="../tags/tag84.xml" /><Relationship Id="rId42" Type="http://schemas.openxmlformats.org/officeDocument/2006/relationships/tags" Target="../tags/tag85.xml" /><Relationship Id="rId43" Type="http://schemas.openxmlformats.org/officeDocument/2006/relationships/tags" Target="../tags/tag86.xml" /><Relationship Id="rId44" Type="http://schemas.openxmlformats.org/officeDocument/2006/relationships/tags" Target="../tags/tag87.xml" /><Relationship Id="rId45" Type="http://schemas.openxmlformats.org/officeDocument/2006/relationships/tags" Target="../tags/tag88.xml" /><Relationship Id="rId46" Type="http://schemas.openxmlformats.org/officeDocument/2006/relationships/tags" Target="../tags/tag89.xml" /><Relationship Id="rId47" Type="http://schemas.openxmlformats.org/officeDocument/2006/relationships/tags" Target="../tags/tag90.xml" /><Relationship Id="rId48" Type="http://schemas.openxmlformats.org/officeDocument/2006/relationships/tags" Target="../tags/tag91.xml" /><Relationship Id="rId49" Type="http://schemas.openxmlformats.org/officeDocument/2006/relationships/tags" Target="../tags/tag92.xml" /><Relationship Id="rId5" Type="http://schemas.openxmlformats.org/officeDocument/2006/relationships/tags" Target="../tags/tag59.xml" /><Relationship Id="rId50" Type="http://schemas.openxmlformats.org/officeDocument/2006/relationships/tags" Target="../tags/tag93.xml" /><Relationship Id="rId51" Type="http://schemas.openxmlformats.org/officeDocument/2006/relationships/tags" Target="../tags/tag94.xml" /><Relationship Id="rId52" Type="http://schemas.openxmlformats.org/officeDocument/2006/relationships/image" Target="../media/image42.png" /><Relationship Id="rId53" Type="http://schemas.openxmlformats.org/officeDocument/2006/relationships/tags" Target="../tags/tag95.xml" /><Relationship Id="rId54" Type="http://schemas.openxmlformats.org/officeDocument/2006/relationships/tags" Target="../tags/tag96.xml" /><Relationship Id="rId55" Type="http://schemas.openxmlformats.org/officeDocument/2006/relationships/tags" Target="../tags/tag97.xml" /><Relationship Id="rId56" Type="http://schemas.openxmlformats.org/officeDocument/2006/relationships/tags" Target="../tags/tag98.xml" /><Relationship Id="rId6" Type="http://schemas.openxmlformats.org/officeDocument/2006/relationships/image" Target="../media/image2.png" /><Relationship Id="rId7" Type="http://schemas.openxmlformats.org/officeDocument/2006/relationships/tags" Target="../tags/tag60.xml" /><Relationship Id="rId8" Type="http://schemas.openxmlformats.org/officeDocument/2006/relationships/tags" Target="../tags/tag61.xml" /><Relationship Id="rId9" Type="http://schemas.openxmlformats.org/officeDocument/2006/relationships/image" Target="../media/image3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2" name="Image 0" descr="https://oss.jianzeppt.com/editablePptPic/isIllustration_2_isShadow_0/3bfed406-eb9e-4ba9-a577-ca582576238b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3bfed406-eb9e-4ba9-a577-ca582576238b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pic>
        <p:nvPicPr>
          <p:cNvPr id="4" name="Image 2" descr="https://test.web.static.jianzeppt.com/ppt-temp-img3/9c77023b2875fb32e2b8ebe730d79ee4.png?x-oss-process=image/resize,w_1440,h_800,m_lfit/format,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612669" y="1715924"/>
            <a:ext cx="2966660" cy="2966656"/>
          </a:xfrm>
          <a:prstGeom prst="rect">
            <a:avLst/>
          </a:prstGeom>
        </p:spPr>
      </p:pic>
      <p:grpSp>
        <p:nvGrpSpPr>
          <p:cNvPr id="30" name="" title=""/>
          <p:cNvGrpSpPr/>
          <p:nvPr>
            <p:custDataLst>
              <p:tags r:id="rId10"/>
            </p:custDataLst>
          </p:nvPr>
        </p:nvGrpSpPr>
        <p:grpSpPr>
          <a:xfrm>
            <a:off x="590061" y="1474498"/>
            <a:ext cx="820776" cy="820776"/>
            <a:chOff x="-635000" y="-635000"/>
            <a:chExt cx="820776" cy="820776"/>
          </a:xfrm>
        </p:grpSpPr>
        <p:pic>
          <p:nvPicPr>
            <p:cNvPr id="31" name="Image 3" descr="TEMP_Z_ORDER_3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20033" y="-620033"/>
              <a:ext cx="790842" cy="790842"/>
            </a:xfrm>
            <a:prstGeom prst="rect">
              <a:avLst/>
            </a:prstGeom>
          </p:spPr>
        </p:pic>
        <p:pic>
          <p:nvPicPr>
            <p:cNvPr id="32" name="Image 4" descr="TEMP_Z_ORDER_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20776" cy="820776"/>
            </a:xfrm>
            <a:prstGeom prst="rect">
              <a:avLst/>
            </a:prstGeom>
          </p:spPr>
        </p:pic>
        <p:pic>
          <p:nvPicPr>
            <p:cNvPr id="33" name="Image 5" descr="TEMP_Z_ORDER_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543428" y="-543023"/>
              <a:ext cx="637679" cy="637450"/>
            </a:xfrm>
            <a:prstGeom prst="rect">
              <a:avLst/>
            </a:prstGeom>
          </p:spPr>
        </p:pic>
        <p:pic>
          <p:nvPicPr>
            <p:cNvPr id="34" name="Image 6" descr="TEMP_Z_ORDER_6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4110" y="-393689"/>
              <a:ext cx="338782" cy="338782"/>
            </a:xfrm>
            <a:prstGeom prst="rect">
              <a:avLst/>
            </a:prstGeom>
          </p:spPr>
        </p:pic>
      </p:grpSp>
      <p:grpSp>
        <p:nvGrpSpPr>
          <p:cNvPr id="39" name="" title=""/>
          <p:cNvGrpSpPr/>
          <p:nvPr>
            <p:custDataLst>
              <p:tags r:id="rId22"/>
            </p:custDataLst>
          </p:nvPr>
        </p:nvGrpSpPr>
        <p:grpSpPr>
          <a:xfrm>
            <a:off x="1545298" y="3863737"/>
            <a:ext cx="820776" cy="820776"/>
            <a:chOff x="-635000" y="-635000"/>
            <a:chExt cx="820776" cy="820776"/>
          </a:xfrm>
        </p:grpSpPr>
        <p:pic>
          <p:nvPicPr>
            <p:cNvPr id="40" name="Image 7" descr="TEMP_Z_ORDER_7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-620033" y="-620033"/>
              <a:ext cx="790842" cy="790842"/>
            </a:xfrm>
            <a:prstGeom prst="rect">
              <a:avLst/>
            </a:prstGeom>
          </p:spPr>
        </p:pic>
        <p:pic>
          <p:nvPicPr>
            <p:cNvPr id="41" name="Image 8" descr="TEMP_Z_ORDER_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20776" cy="820776"/>
            </a:xfrm>
            <a:prstGeom prst="rect">
              <a:avLst/>
            </a:prstGeom>
          </p:spPr>
        </p:pic>
        <p:pic>
          <p:nvPicPr>
            <p:cNvPr id="42" name="Image 9" descr="TEMP_Z_ORDER_9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-543288" y="-543023"/>
              <a:ext cx="637580" cy="637450"/>
            </a:xfrm>
            <a:prstGeom prst="rect">
              <a:avLst/>
            </a:prstGeom>
          </p:spPr>
        </p:pic>
        <p:pic>
          <p:nvPicPr>
            <p:cNvPr id="43" name="Image 10" descr="TEMP_Z_ORDER_10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394053" y="-393690"/>
              <a:ext cx="338782" cy="338782"/>
            </a:xfrm>
            <a:prstGeom prst="rect">
              <a:avLst/>
            </a:prstGeom>
          </p:spPr>
        </p:pic>
      </p:grpSp>
      <p:grpSp>
        <p:nvGrpSpPr>
          <p:cNvPr id="56" name="" title=""/>
          <p:cNvGrpSpPr/>
          <p:nvPr>
            <p:custDataLst>
              <p:tags r:id="rId34"/>
            </p:custDataLst>
          </p:nvPr>
        </p:nvGrpSpPr>
        <p:grpSpPr>
          <a:xfrm>
            <a:off x="10704467" y="1474498"/>
            <a:ext cx="820776" cy="820776"/>
            <a:chOff x="-635000" y="-635000"/>
            <a:chExt cx="820776" cy="820776"/>
          </a:xfrm>
        </p:grpSpPr>
        <p:pic>
          <p:nvPicPr>
            <p:cNvPr id="57" name="Image 11" descr="TEMP_Z_ORDER_11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-620033" y="-620033"/>
              <a:ext cx="790842" cy="790842"/>
            </a:xfrm>
            <a:prstGeom prst="rect">
              <a:avLst/>
            </a:prstGeom>
          </p:spPr>
        </p:pic>
        <p:pic>
          <p:nvPicPr>
            <p:cNvPr id="58" name="Image 12" descr="TEMP_Z_ORDER_1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20776" cy="820776"/>
            </a:xfrm>
            <a:prstGeom prst="rect">
              <a:avLst/>
            </a:prstGeom>
          </p:spPr>
        </p:pic>
        <p:pic>
          <p:nvPicPr>
            <p:cNvPr id="59" name="Image 13" descr="TEMP_Z_ORDER_13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543474" y="-543023"/>
              <a:ext cx="637580" cy="637450"/>
            </a:xfrm>
            <a:prstGeom prst="rect">
              <a:avLst/>
            </a:prstGeom>
          </p:spPr>
        </p:pic>
        <p:pic>
          <p:nvPicPr>
            <p:cNvPr id="60" name="Image 14" descr="TEMP_Z_ORDER_14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393982" y="-393689"/>
              <a:ext cx="338782" cy="338782"/>
            </a:xfrm>
            <a:prstGeom prst="rect">
              <a:avLst/>
            </a:prstGeom>
          </p:spPr>
        </p:pic>
      </p:grpSp>
      <p:grpSp>
        <p:nvGrpSpPr>
          <p:cNvPr id="48" name="" title=""/>
          <p:cNvGrpSpPr/>
          <p:nvPr>
            <p:custDataLst>
              <p:tags r:id="rId46"/>
            </p:custDataLst>
          </p:nvPr>
        </p:nvGrpSpPr>
        <p:grpSpPr>
          <a:xfrm>
            <a:off x="7352543" y="3863737"/>
            <a:ext cx="3291221" cy="1526805"/>
            <a:chOff x="-635000" y="-635000"/>
            <a:chExt cx="3291221" cy="1526805"/>
          </a:xfrm>
        </p:grpSpPr>
        <p:pic>
          <p:nvPicPr>
            <p:cNvPr id="49" name="Image 15" descr="TEMP_Z_ORDER_15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850411" y="-620033"/>
              <a:ext cx="790842" cy="790842"/>
            </a:xfrm>
            <a:prstGeom prst="rect">
              <a:avLst/>
            </a:prstGeom>
          </p:spPr>
        </p:pic>
        <p:pic>
          <p:nvPicPr>
            <p:cNvPr id="50" name="Image 16" descr="TEMP_Z_ORDER_16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1835444" y="-635000"/>
              <a:ext cx="820776" cy="820776"/>
            </a:xfrm>
            <a:prstGeom prst="rect">
              <a:avLst/>
            </a:prstGeom>
          </p:spPr>
        </p:pic>
        <p:pic>
          <p:nvPicPr>
            <p:cNvPr id="51" name="Image 17" descr="TEMP_Z_ORDER_17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927387" y="-543023"/>
              <a:ext cx="637480" cy="637450"/>
            </a:xfrm>
            <a:prstGeom prst="rect">
              <a:avLst/>
            </a:prstGeom>
          </p:spPr>
        </p:pic>
        <p:pic>
          <p:nvPicPr>
            <p:cNvPr id="52" name="Image 18" descr="TEMP_Z_ORDER_18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2076308" y="-393690"/>
              <a:ext cx="338782" cy="338782"/>
            </a:xfrm>
            <a:prstGeom prst="rect">
              <a:avLst/>
            </a:prstGeom>
          </p:spPr>
        </p:pic>
        <p:sp>
          <p:nvSpPr>
            <p:cNvPr id="53" name="Text 0" descr="TEMP_Z_ORDER_19"/>
            <p:cNvSpPr/>
            <p:nvPr>
              <p:custDataLst>
                <p:tags r:id="rId58"/>
              </p:custDataLst>
            </p:nvPr>
          </p:nvSpPr>
          <p:spPr>
            <a:xfrm>
              <a:off x="-635000" y="64024"/>
              <a:ext cx="2302773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以 POI + 评论 表征的可到达、可体验的文旅供给结构。</a:t>
              </a:r>
              <a:endParaRPr lang="en-US" sz="1680"/>
            </a:p>
          </p:txBody>
        </p:sp>
      </p:grpSp>
      <p:grpSp>
        <p:nvGrpSpPr>
          <p:cNvPr id="61" name="" title=""/>
          <p:cNvGrpSpPr/>
          <p:nvPr>
            <p:custDataLst>
              <p:tags r:id="rId59"/>
            </p:custDataLst>
          </p:nvPr>
        </p:nvGrpSpPr>
        <p:grpSpPr>
          <a:xfrm>
            <a:off x="8183268" y="1731936"/>
            <a:ext cx="2305654" cy="312052"/>
            <a:chOff x="-635000" y="-632554"/>
            <a:chExt cx="2305654" cy="312052"/>
          </a:xfrm>
        </p:grpSpPr>
        <p:sp>
          <p:nvSpPr>
            <p:cNvPr id="62" name="Text 1" descr="TEMP_Z_ORDER_20"/>
            <p:cNvSpPr/>
            <p:nvPr>
              <p:custDataLst>
                <p:tags r:id="rId60"/>
              </p:custDataLst>
            </p:nvPr>
          </p:nvSpPr>
          <p:spPr>
            <a:xfrm>
              <a:off x="-635000" y="-632554"/>
              <a:ext cx="230565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分析层</a:t>
              </a:r>
              <a:endParaRPr lang="en-US" sz="1920"/>
            </a:p>
          </p:txBody>
        </p:sp>
      </p:grpSp>
      <p:sp>
        <p:nvSpPr>
          <p:cNvPr id="23" name="Text 2"/>
          <p:cNvSpPr/>
          <p:nvPr>
            <p:custDataLst>
              <p:tags r:id="rId61"/>
            </p:custDataLst>
          </p:nvPr>
        </p:nvSpPr>
        <p:spPr>
          <a:xfrm>
            <a:off x="487680" y="426958"/>
            <a:ext cx="11225784" cy="434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760" b="1">
                <a:solidFill>
                  <a:srgbClr val="1E1E1E"/>
                </a:solidFill>
              </a:rPr>
              <a:t>研究整体设计</a:t>
            </a:r>
            <a:endParaRPr lang="en-US" sz="2760"/>
          </a:p>
        </p:txBody>
      </p:sp>
      <p:grpSp>
        <p:nvGrpSpPr>
          <p:cNvPr id="35" name="" title=""/>
          <p:cNvGrpSpPr/>
          <p:nvPr>
            <p:custDataLst>
              <p:tags r:id="rId62"/>
            </p:custDataLst>
          </p:nvPr>
        </p:nvGrpSpPr>
        <p:grpSpPr>
          <a:xfrm>
            <a:off x="1608477" y="1731936"/>
            <a:ext cx="2305654" cy="312052"/>
            <a:chOff x="-635000" y="-632554"/>
            <a:chExt cx="2305654" cy="312052"/>
          </a:xfrm>
        </p:grpSpPr>
        <p:sp>
          <p:nvSpPr>
            <p:cNvPr id="36" name="Text 3" descr="TEMP_Z_ORDER_22"/>
            <p:cNvSpPr/>
            <p:nvPr>
              <p:custDataLst>
                <p:tags r:id="rId63"/>
              </p:custDataLst>
            </p:nvPr>
          </p:nvSpPr>
          <p:spPr>
            <a:xfrm>
              <a:off x="-635000" y="-632554"/>
              <a:ext cx="230565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以文塑旅、以旅彰文</a:t>
              </a:r>
              <a:endParaRPr lang="en-US" sz="1920"/>
            </a:p>
          </p:txBody>
        </p:sp>
      </p:grpSp>
      <p:grpSp>
        <p:nvGrpSpPr>
          <p:cNvPr id="44" name="" title=""/>
          <p:cNvGrpSpPr/>
          <p:nvPr>
            <p:custDataLst>
              <p:tags r:id="rId64"/>
            </p:custDataLst>
          </p:nvPr>
        </p:nvGrpSpPr>
        <p:grpSpPr>
          <a:xfrm>
            <a:off x="2614470" y="4562761"/>
            <a:ext cx="2302773" cy="868332"/>
            <a:chOff x="-635000" y="-635000"/>
            <a:chExt cx="2302773" cy="868332"/>
          </a:xfrm>
        </p:grpSpPr>
        <p:sp>
          <p:nvSpPr>
            <p:cNvPr id="45" name="Text 4" descr="TEMP_Z_ORDER_23"/>
            <p:cNvSpPr/>
            <p:nvPr>
              <p:custDataLst>
                <p:tags r:id="rId65"/>
              </p:custDataLst>
            </p:nvPr>
          </p:nvSpPr>
          <p:spPr>
            <a:xfrm>
              <a:off x="-635000" y="-635000"/>
              <a:ext cx="2302773" cy="868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000000"/>
                  </a:solidFill>
                </a:rPr>
                <a:t>典籍中的文化脉络 → 经结构化（知识图谱）形成可关联的文化要素及主从/传承关系（不在此页展开 A1–F3 编号）。</a:t>
              </a:r>
              <a:endParaRPr lang="en-US" sz="1320"/>
            </a:p>
          </p:txBody>
        </p:sp>
      </p:grpSp>
      <p:grpSp>
        <p:nvGrpSpPr>
          <p:cNvPr id="54" name="" title=""/>
          <p:cNvGrpSpPr/>
          <p:nvPr>
            <p:custDataLst>
              <p:tags r:id="rId66"/>
            </p:custDataLst>
          </p:nvPr>
        </p:nvGrpSpPr>
        <p:grpSpPr>
          <a:xfrm>
            <a:off x="7351102" y="4104548"/>
            <a:ext cx="2305654" cy="312052"/>
            <a:chOff x="-635000" y="-632554"/>
            <a:chExt cx="2305654" cy="312052"/>
          </a:xfrm>
        </p:grpSpPr>
        <p:sp>
          <p:nvSpPr>
            <p:cNvPr id="55" name="Text 5" descr="TEMP_Z_ORDER_24"/>
            <p:cNvSpPr/>
            <p:nvPr>
              <p:custDataLst>
                <p:tags r:id="rId67"/>
              </p:custDataLst>
            </p:nvPr>
          </p:nvSpPr>
          <p:spPr>
            <a:xfrm>
              <a:off x="-635000" y="-632554"/>
              <a:ext cx="230565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旅游产品体系</a:t>
              </a:r>
              <a:endParaRPr lang="en-US" sz="1920"/>
            </a:p>
          </p:txBody>
        </p:sp>
      </p:grpSp>
      <p:grpSp>
        <p:nvGrpSpPr>
          <p:cNvPr id="63" name="" title=""/>
          <p:cNvGrpSpPr/>
          <p:nvPr>
            <p:custDataLst>
              <p:tags r:id="rId68"/>
            </p:custDataLst>
          </p:nvPr>
        </p:nvGrpSpPr>
        <p:grpSpPr>
          <a:xfrm>
            <a:off x="8184710" y="2190149"/>
            <a:ext cx="2302773" cy="1105149"/>
            <a:chOff x="-635000" y="-635000"/>
            <a:chExt cx="2302773" cy="1105149"/>
          </a:xfrm>
        </p:grpSpPr>
        <p:sp>
          <p:nvSpPr>
            <p:cNvPr id="64" name="Text 6" descr="TEMP_Z_ORDER_25"/>
            <p:cNvSpPr/>
            <p:nvPr>
              <p:custDataLst>
                <p:tags r:id="rId69"/>
              </p:custDataLst>
            </p:nvPr>
          </p:nvSpPr>
          <p:spPr>
            <a:xfrm>
              <a:off x="-635000" y="-635000"/>
              <a:ext cx="2302773" cy="11051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双谱系耦合（实体对应 / 文化承载 / 空间共存 / 主题关联）+ 空间格局 + 对策建议。</a:t>
              </a:r>
              <a:endParaRPr lang="en-US" sz="1680"/>
            </a:p>
          </p:txBody>
        </p:sp>
      </p:grpSp>
      <p:grpSp>
        <p:nvGrpSpPr>
          <p:cNvPr id="37" name="" title=""/>
          <p:cNvGrpSpPr/>
          <p:nvPr>
            <p:custDataLst>
              <p:tags r:id="rId70"/>
            </p:custDataLst>
          </p:nvPr>
        </p:nvGrpSpPr>
        <p:grpSpPr>
          <a:xfrm>
            <a:off x="1609919" y="2190149"/>
            <a:ext cx="2302773" cy="550413"/>
            <a:chOff x="-635000" y="-635000"/>
            <a:chExt cx="2302773" cy="550413"/>
          </a:xfrm>
        </p:grpSpPr>
        <p:sp>
          <p:nvSpPr>
            <p:cNvPr id="38" name="Text 7" descr="TEMP_Z_ORDER_26"/>
            <p:cNvSpPr/>
            <p:nvPr>
              <p:custDataLst>
                <p:tags r:id="rId71"/>
              </p:custDataLst>
            </p:nvPr>
          </p:nvSpPr>
          <p:spPr>
            <a:xfrm>
              <a:off x="-635000" y="-635000"/>
              <a:ext cx="2302773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政策与论文叙事的主线表述。</a:t>
              </a:r>
              <a:endParaRPr lang="en-US" sz="1680"/>
            </a:p>
          </p:txBody>
        </p:sp>
      </p:grpSp>
      <p:grpSp>
        <p:nvGrpSpPr>
          <p:cNvPr id="46" name="" title=""/>
          <p:cNvGrpSpPr/>
          <p:nvPr>
            <p:custDataLst>
              <p:tags r:id="rId72"/>
            </p:custDataLst>
          </p:nvPr>
        </p:nvGrpSpPr>
        <p:grpSpPr>
          <a:xfrm>
            <a:off x="2613028" y="4104548"/>
            <a:ext cx="2305654" cy="312052"/>
            <a:chOff x="-635000" y="-632554"/>
            <a:chExt cx="2305654" cy="312052"/>
          </a:xfrm>
        </p:grpSpPr>
        <p:sp>
          <p:nvSpPr>
            <p:cNvPr id="47" name="Text 8" descr="TEMP_Z_ORDER_27"/>
            <p:cNvSpPr/>
            <p:nvPr>
              <p:custDataLst>
                <p:tags r:id="rId73"/>
              </p:custDataLst>
            </p:nvPr>
          </p:nvSpPr>
          <p:spPr>
            <a:xfrm>
              <a:off x="-635000" y="-632554"/>
              <a:ext cx="230565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知识体系</a:t>
              </a:r>
              <a:endParaRPr lang="en-US" sz="192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2" name="Image 0" descr="https://oss.jianzeppt.com/editablePptPic/isIllustration_2_isShadow_0/3bfed406-eb9e-4ba9-a577-ca582576238b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3bfed406-eb9e-4ba9-a577-ca582576238b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68" name="" title=""/>
          <p:cNvGrpSpPr/>
          <p:nvPr>
            <p:custDataLst>
              <p:tags r:id="rId8"/>
            </p:custDataLst>
          </p:nvPr>
        </p:nvGrpSpPr>
        <p:grpSpPr>
          <a:xfrm>
            <a:off x="609600" y="1371600"/>
            <a:ext cx="10972800" cy="1280160"/>
            <a:chOff x="-635000" y="-635000"/>
            <a:chExt cx="10972800" cy="1280160"/>
          </a:xfrm>
        </p:grpSpPr>
        <p:pic>
          <p:nvPicPr>
            <p:cNvPr id="69" name="Image 2" descr="TEMP_Z_ORDER_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280160"/>
            </a:xfrm>
            <a:prstGeom prst="rect">
              <a:avLst/>
            </a:prstGeom>
          </p:spPr>
        </p:pic>
        <p:sp>
          <p:nvSpPr>
            <p:cNvPr id="70" name="Text 0" descr="TEMP_Z_ORDER_3"/>
            <p:cNvSpPr/>
            <p:nvPr>
              <p:custDataLst>
                <p:tags r:id="rId12"/>
              </p:custDataLst>
            </p:nvPr>
          </p:nvSpPr>
          <p:spPr>
            <a:xfrm>
              <a:off x="-452120" y="-452120"/>
              <a:ext cx="10616184" cy="26344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60"/>
                </a:lnSpc>
                <a:buNone/>
              </a:pPr>
              <a:r>
                <a:rPr lang="en-US" sz="14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【作用】</a:t>
              </a:r>
              <a:endParaRPr lang="en-US" sz="1440"/>
            </a:p>
          </p:txBody>
        </p:sp>
        <p:sp>
          <p:nvSpPr>
            <p:cNvPr id="71" name="Text 1" descr="TEMP_Z_ORDER_4"/>
            <p:cNvSpPr/>
            <p:nvPr>
              <p:custDataLst>
                <p:tags r:id="rId13"/>
              </p:custDataLst>
            </p:nvPr>
          </p:nvSpPr>
          <p:spPr>
            <a:xfrm>
              <a:off x="-452120" y="-10160"/>
              <a:ext cx="10616184" cy="2821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347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连接分散文献与可计算分析；为文化侧与非遗/POI</a:t>
              </a:r>
              <a:r>
                <a:rPr lang="en-US" sz="14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对齐</a:t>
              </a: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提供结构化要素与关系；图谱统计量（如实体提及）可进入协调度等指标。</a:t>
              </a:r>
              <a:endParaRPr lang="en-US" sz="1440"/>
            </a:p>
          </p:txBody>
        </p:sp>
      </p:grpSp>
      <p:grpSp>
        <p:nvGrpSpPr>
          <p:cNvPr id="60" name="" title=""/>
          <p:cNvGrpSpPr/>
          <p:nvPr>
            <p:custDataLst>
              <p:tags r:id="rId14"/>
            </p:custDataLst>
          </p:nvPr>
        </p:nvGrpSpPr>
        <p:grpSpPr>
          <a:xfrm>
            <a:off x="609600" y="2834640"/>
            <a:ext cx="10972800" cy="1341120"/>
            <a:chOff x="-635000" y="-635000"/>
            <a:chExt cx="10972800" cy="1341120"/>
          </a:xfrm>
        </p:grpSpPr>
        <p:pic>
          <p:nvPicPr>
            <p:cNvPr id="61" name="Image 3" descr="TEMP_Z_ORDER_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264920"/>
            </a:xfrm>
            <a:prstGeom prst="rect">
              <a:avLst/>
            </a:prstGeom>
          </p:spPr>
        </p:pic>
        <p:sp>
          <p:nvSpPr>
            <p:cNvPr id="62" name="Text 2" descr="TEMP_Z_ORDER_6"/>
            <p:cNvSpPr/>
            <p:nvPr>
              <p:custDataLst>
                <p:tags r:id="rId18"/>
              </p:custDataLst>
            </p:nvPr>
          </p:nvSpPr>
          <p:spPr>
            <a:xfrm>
              <a:off x="-452120" y="-452120"/>
              <a:ext cx="1061618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【难点】</a:t>
              </a:r>
              <a:endParaRPr lang="en-US" sz="1920"/>
            </a:p>
          </p:txBody>
        </p:sp>
        <p:pic>
          <p:nvPicPr>
            <p:cNvPr id="63" name="Image 4" descr="TEMP_Z_ORDER_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452120" y="35560"/>
              <a:ext cx="3413760" cy="670560"/>
            </a:xfrm>
            <a:prstGeom prst="rect">
              <a:avLst/>
            </a:prstGeom>
          </p:spPr>
        </p:pic>
        <p:sp>
          <p:nvSpPr>
            <p:cNvPr id="64" name="Text 3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351623" y="248920"/>
              <a:ext cx="1823037" cy="2980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海量古籍 → 结构化</a:t>
              </a:r>
              <a:endParaRPr lang="en-US" sz="1680"/>
            </a:p>
          </p:txBody>
        </p:sp>
        <p:pic>
          <p:nvPicPr>
            <p:cNvPr id="65" name="Image 5" descr="TEMP_Z_ORDER_9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144520" y="35560"/>
              <a:ext cx="3413760" cy="670560"/>
            </a:xfrm>
            <a:prstGeom prst="rect">
              <a:avLst/>
            </a:prstGeom>
          </p:spPr>
        </p:pic>
      </p:grpSp>
      <p:grpSp>
        <p:nvGrpSpPr>
          <p:cNvPr id="36" name="" title=""/>
          <p:cNvGrpSpPr/>
          <p:nvPr>
            <p:custDataLst>
              <p:tags r:id="rId24"/>
            </p:custDataLst>
          </p:nvPr>
        </p:nvGrpSpPr>
        <p:grpSpPr>
          <a:xfrm>
            <a:off x="4389120" y="3718560"/>
            <a:ext cx="3422904" cy="312420"/>
            <a:chOff x="-635000" y="-635000"/>
            <a:chExt cx="3422904" cy="312420"/>
          </a:xfrm>
        </p:grpSpPr>
        <p:sp>
          <p:nvSpPr>
            <p:cNvPr id="37" name="Text 4" descr="TEMP_Z_ORDER_10"/>
            <p:cNvSpPr/>
            <p:nvPr>
              <p:custDataLst>
                <p:tags r:id="rId25"/>
              </p:custDataLst>
            </p:nvPr>
          </p:nvSpPr>
          <p:spPr>
            <a:xfrm>
              <a:off x="-635000" y="-635000"/>
              <a:ext cx="3422904" cy="2953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关系抽取</a:t>
              </a:r>
              <a:r>
                <a:rPr lang="en-US" sz="168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可信</a:t>
              </a: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与</a:t>
              </a:r>
              <a:r>
                <a:rPr lang="en-US" sz="168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证据可追溯</a:t>
              </a:r>
              <a:endParaRPr lang="en-US" sz="1680"/>
            </a:p>
          </p:txBody>
        </p:sp>
      </p:grpSp>
      <p:grpSp>
        <p:nvGrpSpPr>
          <p:cNvPr id="66" name="" title=""/>
          <p:cNvGrpSpPr/>
          <p:nvPr>
            <p:custDataLst>
              <p:tags r:id="rId26"/>
            </p:custDataLst>
          </p:nvPr>
        </p:nvGrpSpPr>
        <p:grpSpPr>
          <a:xfrm>
            <a:off x="7985759" y="3505200"/>
            <a:ext cx="3413760" cy="670560"/>
            <a:chOff x="-635000" y="-635000"/>
            <a:chExt cx="3413760" cy="670560"/>
          </a:xfrm>
        </p:grpSpPr>
        <p:pic>
          <p:nvPicPr>
            <p:cNvPr id="67" name="Image 6" descr="TEMP_Z_ORDER_11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413760" cy="670560"/>
            </a:xfrm>
            <a:prstGeom prst="rect">
              <a:avLst/>
            </a:prstGeom>
          </p:spPr>
        </p:pic>
      </p:grpSp>
      <p:grpSp>
        <p:nvGrpSpPr>
          <p:cNvPr id="38" name="" title=""/>
          <p:cNvGrpSpPr/>
          <p:nvPr>
            <p:custDataLst>
              <p:tags r:id="rId28"/>
            </p:custDataLst>
          </p:nvPr>
        </p:nvGrpSpPr>
        <p:grpSpPr>
          <a:xfrm>
            <a:off x="609600" y="3718560"/>
            <a:ext cx="10972800" cy="2194560"/>
            <a:chOff x="-635000" y="-635000"/>
            <a:chExt cx="10972800" cy="2194560"/>
          </a:xfrm>
        </p:grpSpPr>
        <p:sp>
          <p:nvSpPr>
            <p:cNvPr id="39" name="Text 5" descr="TEMP_Z_ORDER_12"/>
            <p:cNvSpPr/>
            <p:nvPr>
              <p:custDataLst>
                <p:tags r:id="rId29"/>
              </p:custDataLst>
            </p:nvPr>
          </p:nvSpPr>
          <p:spPr>
            <a:xfrm>
              <a:off x="6741160" y="-635000"/>
              <a:ext cx="3422904" cy="2953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规模化</a:t>
              </a:r>
              <a:r>
                <a:rPr lang="en-US" sz="168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存储与可视化查询</a:t>
              </a:r>
              <a:endParaRPr lang="en-US" sz="1680"/>
            </a:p>
          </p:txBody>
        </p:sp>
        <p:pic>
          <p:nvPicPr>
            <p:cNvPr id="40" name="Image 7" descr="TEMP_Z_ORDER_13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635000" y="-86360"/>
              <a:ext cx="10972800" cy="1493520"/>
            </a:xfrm>
            <a:prstGeom prst="rect">
              <a:avLst/>
            </a:prstGeom>
          </p:spPr>
        </p:pic>
        <p:sp>
          <p:nvSpPr>
            <p:cNvPr id="41" name="Text 6" descr="TEMP_Z_ORDER_14"/>
            <p:cNvSpPr/>
            <p:nvPr>
              <p:custDataLst>
                <p:tags r:id="rId33"/>
              </p:custDataLst>
            </p:nvPr>
          </p:nvSpPr>
          <p:spPr>
            <a:xfrm>
              <a:off x="-452120" y="96520"/>
              <a:ext cx="1061618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【中期进度】</a:t>
              </a:r>
              <a:endParaRPr lang="en-US" sz="1920"/>
            </a:p>
          </p:txBody>
        </p:sp>
        <p:pic>
          <p:nvPicPr>
            <p:cNvPr id="42" name="Image 8" descr="TEMP_Z_ORDER_15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452120" y="584200"/>
              <a:ext cx="1981200" cy="975360"/>
            </a:xfrm>
            <a:prstGeom prst="rect">
              <a:avLst/>
            </a:prstGeom>
          </p:spPr>
        </p:pic>
        <p:sp>
          <p:nvSpPr>
            <p:cNvPr id="43" name="Text 7" descr="TEMP_Z_ORDER_16"/>
            <p:cNvSpPr/>
            <p:nvPr>
              <p:custDataLst>
                <p:tags r:id="rId37"/>
              </p:custDataLst>
            </p:nvPr>
          </p:nvSpPr>
          <p:spPr>
            <a:xfrm>
              <a:off x="220774" y="706120"/>
              <a:ext cx="644557" cy="2982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多源库</a:t>
              </a:r>
              <a:endParaRPr lang="en-US" sz="1680"/>
            </a:p>
          </p:txBody>
        </p:sp>
        <p:sp>
          <p:nvSpPr>
            <p:cNvPr id="44" name="Text 8" descr="TEMP_Z_ORDER_17"/>
            <p:cNvSpPr/>
            <p:nvPr>
              <p:custDataLst>
                <p:tags r:id="rId38"/>
              </p:custDataLst>
            </p:nvPr>
          </p:nvSpPr>
          <p:spPr>
            <a:xfrm>
              <a:off x="509381" y="1010920"/>
              <a:ext cx="67342" cy="416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2400">
                  <a:solidFill>
                    <a:srgbClr val="17884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400"/>
            </a:p>
          </p:txBody>
        </p:sp>
        <p:pic>
          <p:nvPicPr>
            <p:cNvPr id="45" name="Image 9" descr="TEMP_Z_ORDER_18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711960" y="584200"/>
              <a:ext cx="1981200" cy="975360"/>
            </a:xfrm>
            <a:prstGeom prst="rect">
              <a:avLst/>
            </a:prstGeom>
          </p:spPr>
        </p:pic>
        <p:sp>
          <p:nvSpPr>
            <p:cNvPr id="46" name="Text 9" descr="TEMP_Z_ORDER_19"/>
            <p:cNvSpPr/>
            <p:nvPr>
              <p:custDataLst>
                <p:tags r:id="rId40"/>
              </p:custDataLst>
            </p:nvPr>
          </p:nvSpPr>
          <p:spPr>
            <a:xfrm>
              <a:off x="2384854" y="706120"/>
              <a:ext cx="644557" cy="2982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双谱系</a:t>
              </a:r>
              <a:endParaRPr lang="en-US" sz="1680"/>
            </a:p>
          </p:txBody>
        </p:sp>
        <p:sp>
          <p:nvSpPr>
            <p:cNvPr id="47" name="Text 10" descr="TEMP_Z_ORDER_20"/>
            <p:cNvSpPr/>
            <p:nvPr>
              <p:custDataLst>
                <p:tags r:id="rId41"/>
              </p:custDataLst>
            </p:nvPr>
          </p:nvSpPr>
          <p:spPr>
            <a:xfrm>
              <a:off x="2673461" y="1010920"/>
              <a:ext cx="67342" cy="416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2400">
                  <a:solidFill>
                    <a:srgbClr val="17884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400"/>
            </a:p>
          </p:txBody>
        </p:sp>
        <p:pic>
          <p:nvPicPr>
            <p:cNvPr id="48" name="Image 10" descr="TEMP_Z_ORDER_21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860800" y="584200"/>
              <a:ext cx="1981200" cy="975360"/>
            </a:xfrm>
            <a:prstGeom prst="rect">
              <a:avLst/>
            </a:prstGeom>
          </p:spPr>
        </p:pic>
        <p:sp>
          <p:nvSpPr>
            <p:cNvPr id="49" name="Text 11" descr="TEMP_Z_ORDER_22"/>
            <p:cNvSpPr/>
            <p:nvPr>
              <p:custDataLst>
                <p:tags r:id="rId43"/>
              </p:custDataLst>
            </p:nvPr>
          </p:nvSpPr>
          <p:spPr>
            <a:xfrm>
              <a:off x="4426267" y="706120"/>
              <a:ext cx="859409" cy="2982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知识图谱</a:t>
              </a:r>
              <a:endParaRPr lang="en-US" sz="1680"/>
            </a:p>
          </p:txBody>
        </p:sp>
        <p:sp>
          <p:nvSpPr>
            <p:cNvPr id="50" name="Text 12" descr="TEMP_Z_ORDER_23"/>
            <p:cNvSpPr/>
            <p:nvPr>
              <p:custDataLst>
                <p:tags r:id="rId44"/>
              </p:custDataLst>
            </p:nvPr>
          </p:nvSpPr>
          <p:spPr>
            <a:xfrm>
              <a:off x="4822301" y="1010920"/>
              <a:ext cx="67342" cy="416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2400">
                  <a:solidFill>
                    <a:srgbClr val="17884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400"/>
            </a:p>
          </p:txBody>
        </p:sp>
        <p:pic>
          <p:nvPicPr>
            <p:cNvPr id="51" name="Image 11" descr="TEMP_Z_ORDER_24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6024880" y="584200"/>
              <a:ext cx="1981200" cy="975360"/>
            </a:xfrm>
            <a:prstGeom prst="rect">
              <a:avLst/>
            </a:prstGeom>
          </p:spPr>
        </p:pic>
        <p:sp>
          <p:nvSpPr>
            <p:cNvPr id="52" name="Text 13" descr="TEMP_Z_ORDER_25"/>
            <p:cNvSpPr/>
            <p:nvPr>
              <p:custDataLst>
                <p:tags r:id="rId46"/>
              </p:custDataLst>
            </p:nvPr>
          </p:nvSpPr>
          <p:spPr>
            <a:xfrm>
              <a:off x="6590347" y="706120"/>
              <a:ext cx="859409" cy="2982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空间分析</a:t>
              </a:r>
              <a:endParaRPr lang="en-US" sz="1680"/>
            </a:p>
          </p:txBody>
        </p:sp>
        <p:sp>
          <p:nvSpPr>
            <p:cNvPr id="53" name="Text 14" descr="TEMP_Z_ORDER_26"/>
            <p:cNvSpPr/>
            <p:nvPr>
              <p:custDataLst>
                <p:tags r:id="rId47"/>
              </p:custDataLst>
            </p:nvPr>
          </p:nvSpPr>
          <p:spPr>
            <a:xfrm>
              <a:off x="6986381" y="1010920"/>
              <a:ext cx="67342" cy="416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2400">
                  <a:solidFill>
                    <a:srgbClr val="17884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✅</a:t>
              </a:r>
              <a:endParaRPr lang="en-US" sz="2400"/>
            </a:p>
          </p:txBody>
        </p:sp>
        <p:pic>
          <p:nvPicPr>
            <p:cNvPr id="54" name="Image 12" descr="TEMP_Z_ORDER_27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173720" y="584200"/>
              <a:ext cx="1981200" cy="975360"/>
            </a:xfrm>
            <a:prstGeom prst="rect">
              <a:avLst/>
            </a:prstGeom>
          </p:spPr>
        </p:pic>
        <p:sp>
          <p:nvSpPr>
            <p:cNvPr id="55" name="Text 15" descr="TEMP_Z_ORDER_28"/>
            <p:cNvSpPr/>
            <p:nvPr>
              <p:custDataLst>
                <p:tags r:id="rId49"/>
              </p:custDataLst>
            </p:nvPr>
          </p:nvSpPr>
          <p:spPr>
            <a:xfrm>
              <a:off x="8739188" y="706120"/>
              <a:ext cx="859409" cy="2982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方案设计</a:t>
              </a:r>
              <a:endParaRPr lang="en-US" sz="1680"/>
            </a:p>
          </p:txBody>
        </p:sp>
        <p:sp>
          <p:nvSpPr>
            <p:cNvPr id="56" name="Text 16" descr="TEMP_Z_ORDER_29"/>
            <p:cNvSpPr/>
            <p:nvPr>
              <p:custDataLst>
                <p:tags r:id="rId50"/>
              </p:custDataLst>
            </p:nvPr>
          </p:nvSpPr>
          <p:spPr>
            <a:xfrm>
              <a:off x="9135221" y="1010920"/>
              <a:ext cx="67342" cy="416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2400">
                  <a:solidFill>
                    <a:srgbClr val="3B82F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🔄</a:t>
              </a:r>
              <a:endParaRPr lang="en-US" sz="2400"/>
            </a:p>
          </p:txBody>
        </p:sp>
      </p:grpSp>
      <p:grpSp>
        <p:nvGrpSpPr>
          <p:cNvPr id="57" name="" title=""/>
          <p:cNvGrpSpPr/>
          <p:nvPr>
            <p:custDataLst>
              <p:tags r:id="rId51"/>
            </p:custDataLst>
          </p:nvPr>
        </p:nvGrpSpPr>
        <p:grpSpPr>
          <a:xfrm>
            <a:off x="3688080" y="5943600"/>
            <a:ext cx="4824984" cy="365760"/>
            <a:chOff x="-635000" y="-635000"/>
            <a:chExt cx="4824984" cy="365760"/>
          </a:xfrm>
        </p:grpSpPr>
        <p:pic>
          <p:nvPicPr>
            <p:cNvPr id="58" name="Image 13" descr="TEMP_Z_ORDER_30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635000" y="-635000"/>
              <a:ext cx="4815840" cy="365760"/>
            </a:xfrm>
            <a:prstGeom prst="rect">
              <a:avLst/>
            </a:prstGeom>
          </p:spPr>
        </p:pic>
        <p:sp>
          <p:nvSpPr>
            <p:cNvPr id="59" name="Text 17" descr="TEMP_Z_ORDER_31"/>
            <p:cNvSpPr/>
            <p:nvPr>
              <p:custDataLst>
                <p:tags r:id="rId54"/>
              </p:custDataLst>
            </p:nvPr>
          </p:nvSpPr>
          <p:spPr>
            <a:xfrm>
              <a:off x="-635000" y="-558800"/>
              <a:ext cx="4824984" cy="2384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本页要点：明确图谱是难点与桥梁，再展开「怎么建」。</a:t>
              </a:r>
              <a:endParaRPr lang="en-US" sz="1440"/>
            </a:p>
          </p:txBody>
        </p:sp>
      </p:grpSp>
      <p:sp>
        <p:nvSpPr>
          <p:cNvPr id="34" name="Text 18"/>
          <p:cNvSpPr/>
          <p:nvPr>
            <p:custDataLst>
              <p:tags r:id="rId55"/>
            </p:custDataLst>
          </p:nvPr>
        </p:nvSpPr>
        <p:spPr>
          <a:xfrm>
            <a:off x="609600" y="6507480"/>
            <a:ext cx="10981944" cy="24312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15"/>
              </a:lnSpc>
              <a:buNone/>
            </a:pPr>
            <a:r>
              <a:rPr lang="en-US" sz="1440">
                <a:solidFill>
                  <a:srgbClr val="5A0767"/>
                </a:solidFill>
                <a:latin typeface="思源黑体 CN"/>
                <a:ea typeface="思源黑体 CN"/>
                <a:cs typeface="思源黑体 CN"/>
              </a:rPr>
              <a:t>「从P06起介绍具体技术实现；更关心结论的老师可关注P14之后的分析与P17。」</a:t>
            </a:r>
            <a:endParaRPr lang="en-US" sz="1440"/>
          </a:p>
        </p:txBody>
      </p:sp>
      <p:sp>
        <p:nvSpPr>
          <p:cNvPr id="35" name="Text 19"/>
          <p:cNvSpPr/>
          <p:nvPr>
            <p:custDataLst>
              <p:tags r:id="rId56"/>
            </p:custDataLst>
          </p:nvPr>
        </p:nvSpPr>
        <p:spPr>
          <a:xfrm>
            <a:off x="487680" y="426720"/>
            <a:ext cx="11225784" cy="434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760" b="1">
                <a:solidFill>
                  <a:srgbClr val="1E1E1E"/>
                </a:solidFill>
              </a:rPr>
              <a:t>知识图谱在本研究中的位置</a:t>
            </a:r>
            <a:endParaRPr lang="en-US" sz="276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6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3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3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1" animBg="1"/>
      <p:bldP spid="34" grpId="8" animBg="1"/>
    </p:bldLst>
  </p:timing>
</p:sld>
</file>

<file path=ppt/tags/tag1.xml><?xml version="1.0" encoding="utf-8"?>
<p:tagLst xmlns:p="http://schemas.openxmlformats.org/presentationml/2006/main">
  <p:tag name="AS_UNIQUEID" val="133"/>
</p:tagLst>
</file>

<file path=ppt/tags/tag2.xml><?xml version="1.0" encoding="utf-8"?>
<p:tagLst xmlns:p="http://schemas.openxmlformats.org/presentationml/2006/main">
  <p:tag name="AS_UNIQUEID" val="134"/>
</p:tagLst>
</file>

<file path=ppt/tags/tag3.xml><?xml version="1.0" encoding="utf-8"?>
<p:tagLst xmlns:p="http://schemas.openxmlformats.org/presentationml/2006/main">
  <p:tag name="AS_UNIQUEID" val="135"/>
</p:tagLst>
</file>

<file path=ppt/tags/tag4.xml><?xml version="1.0" encoding="utf-8"?>
<p:tagLst xmlns:p="http://schemas.openxmlformats.org/presentationml/2006/main">
  <p:tag name="AS_UNIQUEID" val="136"/>
</p:tagLst>
</file>

<file path=ppt/tags/tag5.xml><?xml version="1.0" encoding="utf-8"?>
<p:tagLst xmlns:p="http://schemas.openxmlformats.org/presentationml/2006/main">
  <p:tag name="AS_UNIQUEID" val="137"/>
</p:tagLst>
</file>

<file path=ppt/tags/tag6.xml><?xml version="1.0" encoding="utf-8"?>
<p:tagLst xmlns:p="http://schemas.openxmlformats.org/presentationml/2006/main">
  <p:tag name="AS_UNIQUEID" val="138"/>
</p:tagLst>
</file>

<file path=ppt/tags/tag7.xml><?xml version="1.0" encoding="utf-8"?>
<p:tagLst xmlns:p="http://schemas.openxmlformats.org/presentationml/2006/main">
  <p:tag name="AS_UNIQUEID" val="139"/>
</p:tagLst>
</file>

<file path=ppt/tags/tag8.xml><?xml version="1.0" encoding="utf-8"?>
<p:tagLst xmlns:p="http://schemas.openxmlformats.org/presentationml/2006/main">
  <p:tag name="AS_UNIQUEID" val="140"/>
</p:tagLst>
</file>

<file path=ppt/tags/tag9.xml><?xml version="1.0" encoding="utf-8"?>
<p:tagLst xmlns:p="http://schemas.openxmlformats.org/presentationml/2006/main">
  <p:tag name="AS_UNIQUEID" val="141"/>
</p:tagLst>
</file>

<file path=ppt/tags/tag10.xml><?xml version="1.0" encoding="utf-8"?>
<p:tagLst xmlns:p="http://schemas.openxmlformats.org/presentationml/2006/main">
  <p:tag name="AS_UNIQUEID" val="142"/>
</p:tagLst>
</file>

<file path=ppt/tags/tag11.xml><?xml version="1.0" encoding="utf-8"?>
<p:tagLst xmlns:p="http://schemas.openxmlformats.org/presentationml/2006/main">
  <p:tag name="AS_UNIQUEID" val="143"/>
</p:tagLst>
</file>

<file path=ppt/tags/tag12.xml><?xml version="1.0" encoding="utf-8"?>
<p:tagLst xmlns:p="http://schemas.openxmlformats.org/presentationml/2006/main">
  <p:tag name="AS_UNIQUEID" val="144"/>
</p:tagLst>
</file>

<file path=ppt/tags/tag13.xml><?xml version="1.0" encoding="utf-8"?>
<p:tagLst xmlns:p="http://schemas.openxmlformats.org/presentationml/2006/main">
  <p:tag name="AS_UNIQUEID" val="145"/>
</p:tagLst>
</file>

<file path=ppt/tags/tag14.xml><?xml version="1.0" encoding="utf-8"?>
<p:tagLst xmlns:p="http://schemas.openxmlformats.org/presentationml/2006/main">
  <p:tag name="AS_UNIQUEID" val="146"/>
</p:tagLst>
</file>

<file path=ppt/tags/tag15.xml><?xml version="1.0" encoding="utf-8"?>
<p:tagLst xmlns:p="http://schemas.openxmlformats.org/presentationml/2006/main">
  <p:tag name="AS_UNIQUEID" val="0"/>
</p:tagLst>
</file>

<file path=ppt/tags/tag16.xml><?xml version="1.0" encoding="utf-8"?>
<p:tagLst xmlns:p="http://schemas.openxmlformats.org/presentationml/2006/main">
  <p:tag name="AS_UNIQUEID" val="1"/>
</p:tagLst>
</file>

<file path=ppt/tags/tag17.xml><?xml version="1.0" encoding="utf-8"?>
<p:tagLst xmlns:p="http://schemas.openxmlformats.org/presentationml/2006/main">
  <p:tag name="AS_UNIQUEID" val="2"/>
</p:tagLst>
</file>

<file path=ppt/tags/tag18.xml><?xml version="1.0" encoding="utf-8"?>
<p:tagLst xmlns:p="http://schemas.openxmlformats.org/presentationml/2006/main">
  <p:tag name="AS_UNIQUEID" val="52"/>
</p:tagLst>
</file>

<file path=ppt/tags/tag19.xml><?xml version="1.0" encoding="utf-8"?>
<p:tagLst xmlns:p="http://schemas.openxmlformats.org/presentationml/2006/main">
  <p:tag name="AS_UNIQUEID" val="28"/>
</p:tagLst>
</file>

<file path=ppt/tags/tag20.xml><?xml version="1.0" encoding="utf-8"?>
<p:tagLst xmlns:p="http://schemas.openxmlformats.org/presentationml/2006/main">
  <p:tag name="AS_UNIQUEID" val="29"/>
</p:tagLst>
</file>

<file path=ppt/tags/tag21.xml><?xml version="1.0" encoding="utf-8"?>
<p:tagLst xmlns:p="http://schemas.openxmlformats.org/presentationml/2006/main">
  <p:tag name="AS_UNIQUEID" val="30"/>
</p:tagLst>
</file>

<file path=ppt/tags/tag22.xml><?xml version="1.0" encoding="utf-8"?>
<p:tagLst xmlns:p="http://schemas.openxmlformats.org/presentationml/2006/main">
  <p:tag name="AS_UNIQUEID" val="31"/>
</p:tagLst>
</file>

<file path=ppt/tags/tag23.xml><?xml version="1.0" encoding="utf-8"?>
<p:tagLst xmlns:p="http://schemas.openxmlformats.org/presentationml/2006/main">
  <p:tag name="AS_UNIQUEID" val="53"/>
</p:tagLst>
</file>

<file path=ppt/tags/tag24.xml><?xml version="1.0" encoding="utf-8"?>
<p:tagLst xmlns:p="http://schemas.openxmlformats.org/presentationml/2006/main">
  <p:tag name="AS_UNIQUEID" val="34"/>
</p:tagLst>
</file>

<file path=ppt/tags/tag25.xml><?xml version="1.0" encoding="utf-8"?>
<p:tagLst xmlns:p="http://schemas.openxmlformats.org/presentationml/2006/main">
  <p:tag name="AS_UNIQUEID" val="35"/>
</p:tagLst>
</file>

<file path=ppt/tags/tag26.xml><?xml version="1.0" encoding="utf-8"?>
<p:tagLst xmlns:p="http://schemas.openxmlformats.org/presentationml/2006/main">
  <p:tag name="AS_UNIQUEID" val="36"/>
</p:tagLst>
</file>

<file path=ppt/tags/tag27.xml><?xml version="1.0" encoding="utf-8"?>
<p:tagLst xmlns:p="http://schemas.openxmlformats.org/presentationml/2006/main">
  <p:tag name="AS_UNIQUEID" val="37"/>
</p:tagLst>
</file>

<file path=ppt/tags/tag28.xml><?xml version="1.0" encoding="utf-8"?>
<p:tagLst xmlns:p="http://schemas.openxmlformats.org/presentationml/2006/main">
  <p:tag name="AS_UNIQUEID" val="54"/>
</p:tagLst>
</file>

<file path=ppt/tags/tag29.xml><?xml version="1.0" encoding="utf-8"?>
<p:tagLst xmlns:p="http://schemas.openxmlformats.org/presentationml/2006/main">
  <p:tag name="AS_UNIQUEID" val="46"/>
</p:tagLst>
</file>

<file path=ppt/tags/tag30.xml><?xml version="1.0" encoding="utf-8"?>
<p:tagLst xmlns:p="http://schemas.openxmlformats.org/presentationml/2006/main">
  <p:tag name="AS_UNIQUEID" val="47"/>
</p:tagLst>
</file>

<file path=ppt/tags/tag31.xml><?xml version="1.0" encoding="utf-8"?>
<p:tagLst xmlns:p="http://schemas.openxmlformats.org/presentationml/2006/main">
  <p:tag name="AS_UNIQUEID" val="48"/>
</p:tagLst>
</file>

<file path=ppt/tags/tag32.xml><?xml version="1.0" encoding="utf-8"?>
<p:tagLst xmlns:p="http://schemas.openxmlformats.org/presentationml/2006/main">
  <p:tag name="AS_UNIQUEID" val="49"/>
</p:tagLst>
</file>

<file path=ppt/tags/tag33.xml><?xml version="1.0" encoding="utf-8"?>
<p:tagLst xmlns:p="http://schemas.openxmlformats.org/presentationml/2006/main">
  <p:tag name="AS_UNIQUEID" val="55"/>
</p:tagLst>
</file>

<file path=ppt/tags/tag34.xml><?xml version="1.0" encoding="utf-8"?>
<p:tagLst xmlns:p="http://schemas.openxmlformats.org/presentationml/2006/main">
  <p:tag name="AS_UNIQUEID" val="40"/>
</p:tagLst>
</file>

<file path=ppt/tags/tag35.xml><?xml version="1.0" encoding="utf-8"?>
<p:tagLst xmlns:p="http://schemas.openxmlformats.org/presentationml/2006/main">
  <p:tag name="AS_UNIQUEID" val="41"/>
</p:tagLst>
</file>

<file path=ppt/tags/tag36.xml><?xml version="1.0" encoding="utf-8"?>
<p:tagLst xmlns:p="http://schemas.openxmlformats.org/presentationml/2006/main">
  <p:tag name="AS_UNIQUEID" val="42"/>
</p:tagLst>
</file>

<file path=ppt/tags/tag37.xml><?xml version="1.0" encoding="utf-8"?>
<p:tagLst xmlns:p="http://schemas.openxmlformats.org/presentationml/2006/main">
  <p:tag name="AS_UNIQUEID" val="43"/>
</p:tagLst>
</file>

<file path=ppt/tags/tag38.xml><?xml version="1.0" encoding="utf-8"?>
<p:tagLst xmlns:p="http://schemas.openxmlformats.org/presentationml/2006/main">
  <p:tag name="AS_UNIQUEID" val="44"/>
</p:tagLst>
</file>

<file path=ppt/tags/tag39.xml><?xml version="1.0" encoding="utf-8"?>
<p:tagLst xmlns:p="http://schemas.openxmlformats.org/presentationml/2006/main">
  <p:tag name="AS_UNIQUEID" val="56"/>
</p:tagLst>
</file>

<file path=ppt/tags/tag40.xml><?xml version="1.0" encoding="utf-8"?>
<p:tagLst xmlns:p="http://schemas.openxmlformats.org/presentationml/2006/main">
  <p:tag name="AS_UNIQUEID" val="50"/>
</p:tagLst>
</file>

<file path=ppt/tags/tag41.xml><?xml version="1.0" encoding="utf-8"?>
<p:tagLst xmlns:p="http://schemas.openxmlformats.org/presentationml/2006/main">
  <p:tag name="AS_UNIQUEID" val="21"/>
</p:tagLst>
</file>

<file path=ppt/tags/tag42.xml><?xml version="1.0" encoding="utf-8"?>
<p:tagLst xmlns:p="http://schemas.openxmlformats.org/presentationml/2006/main">
  <p:tag name="AS_UNIQUEID" val="57"/>
</p:tagLst>
</file>

<file path=ppt/tags/tag43.xml><?xml version="1.0" encoding="utf-8"?>
<p:tagLst xmlns:p="http://schemas.openxmlformats.org/presentationml/2006/main">
  <p:tag name="AS_UNIQUEID" val="32"/>
</p:tagLst>
</file>

<file path=ppt/tags/tag44.xml><?xml version="1.0" encoding="utf-8"?>
<p:tagLst xmlns:p="http://schemas.openxmlformats.org/presentationml/2006/main">
  <p:tag name="AS_UNIQUEID" val="58"/>
</p:tagLst>
</file>

<file path=ppt/tags/tag45.xml><?xml version="1.0" encoding="utf-8"?>
<p:tagLst xmlns:p="http://schemas.openxmlformats.org/presentationml/2006/main">
  <p:tag name="AS_UNIQUEID" val="38"/>
</p:tagLst>
</file>

<file path=ppt/tags/tag46.xml><?xml version="1.0" encoding="utf-8"?>
<p:tagLst xmlns:p="http://schemas.openxmlformats.org/presentationml/2006/main">
  <p:tag name="AS_UNIQUEID" val="59"/>
</p:tagLst>
</file>

<file path=ppt/tags/tag47.xml><?xml version="1.0" encoding="utf-8"?>
<p:tagLst xmlns:p="http://schemas.openxmlformats.org/presentationml/2006/main">
  <p:tag name="AS_UNIQUEID" val="45"/>
</p:tagLst>
</file>

<file path=ppt/tags/tag48.xml><?xml version="1.0" encoding="utf-8"?>
<p:tagLst xmlns:p="http://schemas.openxmlformats.org/presentationml/2006/main">
  <p:tag name="AS_UNIQUEID" val="60"/>
</p:tagLst>
</file>

<file path=ppt/tags/tag49.xml><?xml version="1.0" encoding="utf-8"?>
<p:tagLst xmlns:p="http://schemas.openxmlformats.org/presentationml/2006/main">
  <p:tag name="AS_UNIQUEID" val="51"/>
</p:tagLst>
</file>

<file path=ppt/tags/tag50.xml><?xml version="1.0" encoding="utf-8"?>
<p:tagLst xmlns:p="http://schemas.openxmlformats.org/presentationml/2006/main">
  <p:tag name="AS_UNIQUEID" val="61"/>
</p:tagLst>
</file>

<file path=ppt/tags/tag51.xml><?xml version="1.0" encoding="utf-8"?>
<p:tagLst xmlns:p="http://schemas.openxmlformats.org/presentationml/2006/main">
  <p:tag name="AS_UNIQUEID" val="33"/>
</p:tagLst>
</file>

<file path=ppt/tags/tag52.xml><?xml version="1.0" encoding="utf-8"?>
<p:tagLst xmlns:p="http://schemas.openxmlformats.org/presentationml/2006/main">
  <p:tag name="AS_UNIQUEID" val="62"/>
</p:tagLst>
</file>

<file path=ppt/tags/tag53.xml><?xml version="1.0" encoding="utf-8"?>
<p:tagLst xmlns:p="http://schemas.openxmlformats.org/presentationml/2006/main">
  <p:tag name="AS_UNIQUEID" val="39"/>
</p:tagLst>
</file>

<file path=ppt/tags/tag54.xml><?xml version="1.0" encoding="utf-8"?>
<p:tagLst xmlns:p="http://schemas.openxmlformats.org/presentationml/2006/main">
  <p:tag name="AS_UNIQUEID" val="147"/>
</p:tagLst>
</file>

<file path=ppt/tags/tag55.xml><?xml version="1.0" encoding="utf-8"?>
<p:tagLst xmlns:p="http://schemas.openxmlformats.org/presentationml/2006/main">
  <p:tag name="AS_UNIQUEID" val="148"/>
</p:tagLst>
</file>

<file path=ppt/tags/tag56.xml><?xml version="1.0" encoding="utf-8"?>
<p:tagLst xmlns:p="http://schemas.openxmlformats.org/presentationml/2006/main">
  <p:tag name="AS_UNIQUEID" val="149"/>
</p:tagLst>
</file>

<file path=ppt/tags/tag57.xml><?xml version="1.0" encoding="utf-8"?>
<p:tagLst xmlns:p="http://schemas.openxmlformats.org/presentationml/2006/main">
  <p:tag name="AS_UNIQUEID" val="150"/>
</p:tagLst>
</file>

<file path=ppt/tags/tag58.xml><?xml version="1.0" encoding="utf-8"?>
<p:tagLst xmlns:p="http://schemas.openxmlformats.org/presentationml/2006/main">
  <p:tag name="AS_UNIQUEID" val="151"/>
</p:tagLst>
</file>

<file path=ppt/tags/tag59.xml><?xml version="1.0" encoding="utf-8"?>
<p:tagLst xmlns:p="http://schemas.openxmlformats.org/presentationml/2006/main">
  <p:tag name="AS_UNIQUEID" val="63"/>
</p:tagLst>
</file>

<file path=ppt/tags/tag60.xml><?xml version="1.0" encoding="utf-8"?>
<p:tagLst xmlns:p="http://schemas.openxmlformats.org/presentationml/2006/main">
  <p:tag name="AS_UNIQUEID" val="64"/>
</p:tagLst>
</file>

<file path=ppt/tags/tag61.xml><?xml version="1.0" encoding="utf-8"?>
<p:tagLst xmlns:p="http://schemas.openxmlformats.org/presentationml/2006/main">
  <p:tag name="AS_UNIQUEID" val="127"/>
</p:tagLst>
</file>

<file path=ppt/tags/tag62.xml><?xml version="1.0" encoding="utf-8"?>
<p:tagLst xmlns:p="http://schemas.openxmlformats.org/presentationml/2006/main">
  <p:tag name="AS_UNIQUEID" val="124"/>
</p:tagLst>
</file>

<file path=ppt/tags/tag63.xml><?xml version="1.0" encoding="utf-8"?>
<p:tagLst xmlns:p="http://schemas.openxmlformats.org/presentationml/2006/main">
  <p:tag name="AS_UNIQUEID" val="125"/>
</p:tagLst>
</file>

<file path=ppt/tags/tag64.xml><?xml version="1.0" encoding="utf-8"?>
<p:tagLst xmlns:p="http://schemas.openxmlformats.org/presentationml/2006/main">
  <p:tag name="AS_UNIQUEID" val="126"/>
</p:tagLst>
</file>

<file path=ppt/tags/tag65.xml><?xml version="1.0" encoding="utf-8"?>
<p:tagLst xmlns:p="http://schemas.openxmlformats.org/presentationml/2006/main">
  <p:tag name="AS_UNIQUEID" val="128"/>
</p:tagLst>
</file>

<file path=ppt/tags/tag66.xml><?xml version="1.0" encoding="utf-8"?>
<p:tagLst xmlns:p="http://schemas.openxmlformats.org/presentationml/2006/main">
  <p:tag name="AS_UNIQUEID" val="118"/>
</p:tagLst>
</file>

<file path=ppt/tags/tag67.xml><?xml version="1.0" encoding="utf-8"?>
<p:tagLst xmlns:p="http://schemas.openxmlformats.org/presentationml/2006/main">
  <p:tag name="AS_UNIQUEID" val="119"/>
</p:tagLst>
</file>

<file path=ppt/tags/tag68.xml><?xml version="1.0" encoding="utf-8"?>
<p:tagLst xmlns:p="http://schemas.openxmlformats.org/presentationml/2006/main">
  <p:tag name="AS_UNIQUEID" val="120"/>
</p:tagLst>
</file>

<file path=ppt/tags/tag69.xml><?xml version="1.0" encoding="utf-8"?>
<p:tagLst xmlns:p="http://schemas.openxmlformats.org/presentationml/2006/main">
  <p:tag name="AS_UNIQUEID" val="121"/>
</p:tagLst>
</file>

<file path=ppt/tags/tag70.xml><?xml version="1.0" encoding="utf-8"?>
<p:tagLst xmlns:p="http://schemas.openxmlformats.org/presentationml/2006/main">
  <p:tag name="AS_UNIQUEID" val="122"/>
</p:tagLst>
</file>

<file path=ppt/tags/tag71.xml><?xml version="1.0" encoding="utf-8"?>
<p:tagLst xmlns:p="http://schemas.openxmlformats.org/presentationml/2006/main">
  <p:tag name="AS_UNIQUEID" val="129"/>
</p:tagLst>
</file>

<file path=ppt/tags/tag72.xml><?xml version="1.0" encoding="utf-8"?>
<p:tagLst xmlns:p="http://schemas.openxmlformats.org/presentationml/2006/main">
  <p:tag name="AS_UNIQUEID" val="97"/>
</p:tagLst>
</file>

<file path=ppt/tags/tag73.xml><?xml version="1.0" encoding="utf-8"?>
<p:tagLst xmlns:p="http://schemas.openxmlformats.org/presentationml/2006/main">
  <p:tag name="AS_UNIQUEID" val="130"/>
</p:tagLst>
</file>

<file path=ppt/tags/tag74.xml><?xml version="1.0" encoding="utf-8"?>
<p:tagLst xmlns:p="http://schemas.openxmlformats.org/presentationml/2006/main">
  <p:tag name="AS_UNIQUEID" val="123"/>
</p:tagLst>
</file>

<file path=ppt/tags/tag75.xml><?xml version="1.0" encoding="utf-8"?>
<p:tagLst xmlns:p="http://schemas.openxmlformats.org/presentationml/2006/main">
  <p:tag name="AS_UNIQUEID" val="131"/>
</p:tagLst>
</file>

<file path=ppt/tags/tag76.xml><?xml version="1.0" encoding="utf-8"?>
<p:tagLst xmlns:p="http://schemas.openxmlformats.org/presentationml/2006/main">
  <p:tag name="AS_UNIQUEID" val="98"/>
</p:tagLst>
</file>

<file path=ppt/tags/tag77.xml><?xml version="1.0" encoding="utf-8"?>
<p:tagLst xmlns:p="http://schemas.openxmlformats.org/presentationml/2006/main">
  <p:tag name="AS_UNIQUEID" val="99"/>
</p:tagLst>
</file>

<file path=ppt/tags/tag78.xml><?xml version="1.0" encoding="utf-8"?>
<p:tagLst xmlns:p="http://schemas.openxmlformats.org/presentationml/2006/main">
  <p:tag name="AS_UNIQUEID" val="100"/>
</p:tagLst>
</file>

<file path=ppt/tags/tag79.xml><?xml version="1.0" encoding="utf-8"?>
<p:tagLst xmlns:p="http://schemas.openxmlformats.org/presentationml/2006/main">
  <p:tag name="AS_UNIQUEID" val="101"/>
</p:tagLst>
</file>

<file path=ppt/tags/tag80.xml><?xml version="1.0" encoding="utf-8"?>
<p:tagLst xmlns:p="http://schemas.openxmlformats.org/presentationml/2006/main">
  <p:tag name="AS_UNIQUEID" val="102"/>
</p:tagLst>
</file>

<file path=ppt/tags/tag81.xml><?xml version="1.0" encoding="utf-8"?>
<p:tagLst xmlns:p="http://schemas.openxmlformats.org/presentationml/2006/main">
  <p:tag name="AS_UNIQUEID" val="103"/>
</p:tagLst>
</file>

<file path=ppt/tags/tag82.xml><?xml version="1.0" encoding="utf-8"?>
<p:tagLst xmlns:p="http://schemas.openxmlformats.org/presentationml/2006/main">
  <p:tag name="AS_UNIQUEID" val="104"/>
</p:tagLst>
</file>

<file path=ppt/tags/tag83.xml><?xml version="1.0" encoding="utf-8"?>
<p:tagLst xmlns:p="http://schemas.openxmlformats.org/presentationml/2006/main">
  <p:tag name="AS_UNIQUEID" val="105"/>
</p:tagLst>
</file>

<file path=ppt/tags/tag84.xml><?xml version="1.0" encoding="utf-8"?>
<p:tagLst xmlns:p="http://schemas.openxmlformats.org/presentationml/2006/main">
  <p:tag name="AS_UNIQUEID" val="106"/>
</p:tagLst>
</file>

<file path=ppt/tags/tag85.xml><?xml version="1.0" encoding="utf-8"?>
<p:tagLst xmlns:p="http://schemas.openxmlformats.org/presentationml/2006/main">
  <p:tag name="AS_UNIQUEID" val="107"/>
</p:tagLst>
</file>

<file path=ppt/tags/tag86.xml><?xml version="1.0" encoding="utf-8"?>
<p:tagLst xmlns:p="http://schemas.openxmlformats.org/presentationml/2006/main">
  <p:tag name="AS_UNIQUEID" val="108"/>
</p:tagLst>
</file>

<file path=ppt/tags/tag87.xml><?xml version="1.0" encoding="utf-8"?>
<p:tagLst xmlns:p="http://schemas.openxmlformats.org/presentationml/2006/main">
  <p:tag name="AS_UNIQUEID" val="109"/>
</p:tagLst>
</file>

<file path=ppt/tags/tag88.xml><?xml version="1.0" encoding="utf-8"?>
<p:tagLst xmlns:p="http://schemas.openxmlformats.org/presentationml/2006/main">
  <p:tag name="AS_UNIQUEID" val="110"/>
</p:tagLst>
</file>

<file path=ppt/tags/tag89.xml><?xml version="1.0" encoding="utf-8"?>
<p:tagLst xmlns:p="http://schemas.openxmlformats.org/presentationml/2006/main">
  <p:tag name="AS_UNIQUEID" val="111"/>
</p:tagLst>
</file>

<file path=ppt/tags/tag90.xml><?xml version="1.0" encoding="utf-8"?>
<p:tagLst xmlns:p="http://schemas.openxmlformats.org/presentationml/2006/main">
  <p:tag name="AS_UNIQUEID" val="112"/>
</p:tagLst>
</file>

<file path=ppt/tags/tag91.xml><?xml version="1.0" encoding="utf-8"?>
<p:tagLst xmlns:p="http://schemas.openxmlformats.org/presentationml/2006/main">
  <p:tag name="AS_UNIQUEID" val="113"/>
</p:tagLst>
</file>

<file path=ppt/tags/tag92.xml><?xml version="1.0" encoding="utf-8"?>
<p:tagLst xmlns:p="http://schemas.openxmlformats.org/presentationml/2006/main">
  <p:tag name="AS_UNIQUEID" val="114"/>
</p:tagLst>
</file>

<file path=ppt/tags/tag93.xml><?xml version="1.0" encoding="utf-8"?>
<p:tagLst xmlns:p="http://schemas.openxmlformats.org/presentationml/2006/main">
  <p:tag name="AS_UNIQUEID" val="115"/>
</p:tagLst>
</file>

<file path=ppt/tags/tag94.xml><?xml version="1.0" encoding="utf-8"?>
<p:tagLst xmlns:p="http://schemas.openxmlformats.org/presentationml/2006/main">
  <p:tag name="AS_UNIQUEID" val="132"/>
</p:tagLst>
</file>

<file path=ppt/tags/tag95.xml><?xml version="1.0" encoding="utf-8"?>
<p:tagLst xmlns:p="http://schemas.openxmlformats.org/presentationml/2006/main">
  <p:tag name="AS_UNIQUEID" val="116"/>
</p:tagLst>
</file>

<file path=ppt/tags/tag96.xml><?xml version="1.0" encoding="utf-8"?>
<p:tagLst xmlns:p="http://schemas.openxmlformats.org/presentationml/2006/main">
  <p:tag name="AS_UNIQUEID" val="117"/>
</p:tagLst>
</file>

<file path=ppt/tags/tag97.xml><?xml version="1.0" encoding="utf-8"?>
<p:tagLst xmlns:p="http://schemas.openxmlformats.org/presentationml/2006/main">
  <p:tag name="AS_UNIQUEID" val="95"/>
</p:tagLst>
</file>

<file path=ppt/tags/tag98.xml><?xml version="1.0" encoding="utf-8"?>
<p:tagLst xmlns:p="http://schemas.openxmlformats.org/presentationml/2006/main">
  <p:tag name="AS_UNIQUEID" val="96"/>
</p:tagLst>
</file>

<file path=ppt/tags/tag99.xml><?xml version="1.0" encoding="utf-8"?>
<p:tagLst xmlns:p="http://schemas.openxmlformats.org/presentationml/2006/main">
  <p:tag name="AS_OS" val="Unix 3.10 unknown"/>
  <p:tag name="AS_RELEASE_DATE" val="2025.05.31"/>
  <p:tag name="AS_TITLE" val="Aspose.Slides for Java"/>
  <p:tag name="AS_VERSION" val="25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29</Paragraphs>
  <Slides>2</Slides>
  <Notes>2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7">
      <vt:lpstr>Arial</vt:lpstr>
      <vt:lpstr>Calibri</vt:lpstr>
      <vt:lpstr>Calibri Light</vt:lpstr>
      <vt:lpstr>思源黑体 CN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25.0500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2026-03-31T12:59:05.087</cp:lastPrinted>
  <dcterms:created xsi:type="dcterms:W3CDTF">2026-03-31T04:59:05Z</dcterms:created>
  <dcterms:modified xsi:type="dcterms:W3CDTF">2026-03-31T04:59:06Z</dcterms:modified>
</cp:coreProperties>
</file>