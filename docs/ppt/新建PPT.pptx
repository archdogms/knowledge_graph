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5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61" r:id="rId1"/>
  </p:sldMasterIdLst>
  <p:notesMasterIdLst>
    <p:notesMasterId r:id="rId2"/>
  </p:notesMasterIdLst>
  <p:sldIdLst>
    <p:sldId id="259" r:id="rId3"/>
    <p:sldId id="262" r:id="rId4"/>
    <p:sldId id="265" r:id="rId5"/>
    <p:sldId id="268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3.xml" /><Relationship Id="rId11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tags" Target="tags/tag187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.xml" /><Relationship Id="rId2" Type="http://schemas.openxmlformats.org/officeDocument/2006/relationships/tags" Target="../tags/tag4.xml" /><Relationship Id="rId3" Type="http://schemas.openxmlformats.org/officeDocument/2006/relationships/tags" Target="../tags/tag5.xml" /><Relationship Id="rId4" Type="http://schemas.openxmlformats.org/officeDocument/2006/relationships/tags" Target="../tags/tag6.xml" /><Relationship Id="rId5" Type="http://schemas.openxmlformats.org/officeDocument/2006/relationships/tags" Target="../tags/tag7.xml" /><Relationship Id="rId6" Type="http://schemas.openxmlformats.org/officeDocument/2006/relationships/tags" Target="../tags/tag8.xml" /><Relationship Id="rId7" Type="http://schemas.openxmlformats.org/officeDocument/2006/relationships/tags" Target="../tags/tag9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0.xml" /><Relationship Id="rId4" Type="http://schemas.openxmlformats.org/officeDocument/2006/relationships/tags" Target="../tags/tag11.xml" /><Relationship Id="rId5" Type="http://schemas.openxmlformats.org/officeDocument/2006/relationships/tags" Target="../tags/tag12.xml" /><Relationship Id="rId6" Type="http://schemas.openxmlformats.org/officeDocument/2006/relationships/tags" Target="../tags/tag13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92.xml" /><Relationship Id="rId4" Type="http://schemas.openxmlformats.org/officeDocument/2006/relationships/tags" Target="../tags/tag93.xml" /><Relationship Id="rId5" Type="http://schemas.openxmlformats.org/officeDocument/2006/relationships/tags" Target="../tags/tag94.xml" /><Relationship Id="rId6" Type="http://schemas.openxmlformats.org/officeDocument/2006/relationships/tags" Target="../tags/tag95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24.xml" /><Relationship Id="rId4" Type="http://schemas.openxmlformats.org/officeDocument/2006/relationships/tags" Target="../tags/tag125.xml" /><Relationship Id="rId5" Type="http://schemas.openxmlformats.org/officeDocument/2006/relationships/tags" Target="../tags/tag126.xml" /><Relationship Id="rId6" Type="http://schemas.openxmlformats.org/officeDocument/2006/relationships/tags" Target="../tags/tag127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48.xml" /><Relationship Id="rId4" Type="http://schemas.openxmlformats.org/officeDocument/2006/relationships/tags" Target="../tags/tag149.xml" /><Relationship Id="rId5" Type="http://schemas.openxmlformats.org/officeDocument/2006/relationships/tags" Target="../tags/tag150.xml" /><Relationship Id="rId6" Type="http://schemas.openxmlformats.org/officeDocument/2006/relationships/tags" Target="../tags/tag15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.xml" /><Relationship Id="rId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8.xml" /><Relationship Id="rId11" Type="http://schemas.openxmlformats.org/officeDocument/2006/relationships/tags" Target="../tags/tag19.xml" /><Relationship Id="rId12" Type="http://schemas.openxmlformats.org/officeDocument/2006/relationships/tags" Target="../tags/tag20.xml" /><Relationship Id="rId13" Type="http://schemas.openxmlformats.org/officeDocument/2006/relationships/tags" Target="../tags/tag21.xml" /><Relationship Id="rId14" Type="http://schemas.openxmlformats.org/officeDocument/2006/relationships/image" Target="../media/image4.png" /><Relationship Id="rId15" Type="http://schemas.openxmlformats.org/officeDocument/2006/relationships/image" Target="../media/image5.svg" /><Relationship Id="rId16" Type="http://schemas.openxmlformats.org/officeDocument/2006/relationships/tags" Target="../tags/tag22.xml" /><Relationship Id="rId17" Type="http://schemas.openxmlformats.org/officeDocument/2006/relationships/tags" Target="../tags/tag23.xml" /><Relationship Id="rId18" Type="http://schemas.openxmlformats.org/officeDocument/2006/relationships/image" Target="../media/image6.png" /><Relationship Id="rId19" Type="http://schemas.openxmlformats.org/officeDocument/2006/relationships/image" Target="../media/image7.svg" /><Relationship Id="rId2" Type="http://schemas.openxmlformats.org/officeDocument/2006/relationships/notesSlide" Target="../notesSlides/notesSlide1.xml" /><Relationship Id="rId20" Type="http://schemas.openxmlformats.org/officeDocument/2006/relationships/tags" Target="../tags/tag24.xml" /><Relationship Id="rId21" Type="http://schemas.openxmlformats.org/officeDocument/2006/relationships/tags" Target="../tags/tag25.xml" /><Relationship Id="rId22" Type="http://schemas.openxmlformats.org/officeDocument/2006/relationships/tags" Target="../tags/tag26.xml" /><Relationship Id="rId23" Type="http://schemas.openxmlformats.org/officeDocument/2006/relationships/tags" Target="../tags/tag27.xml" /><Relationship Id="rId24" Type="http://schemas.openxmlformats.org/officeDocument/2006/relationships/tags" Target="../tags/tag28.xml" /><Relationship Id="rId25" Type="http://schemas.openxmlformats.org/officeDocument/2006/relationships/tags" Target="../tags/tag29.xml" /><Relationship Id="rId26" Type="http://schemas.openxmlformats.org/officeDocument/2006/relationships/tags" Target="../tags/tag30.xml" /><Relationship Id="rId27" Type="http://schemas.openxmlformats.org/officeDocument/2006/relationships/tags" Target="../tags/tag31.xml" /><Relationship Id="rId28" Type="http://schemas.openxmlformats.org/officeDocument/2006/relationships/tags" Target="../tags/tag32.xml" /><Relationship Id="rId29" Type="http://schemas.openxmlformats.org/officeDocument/2006/relationships/tags" Target="../tags/tag33.xml" /><Relationship Id="rId3" Type="http://schemas.openxmlformats.org/officeDocument/2006/relationships/tags" Target="../tags/tag14.xml" /><Relationship Id="rId30" Type="http://schemas.openxmlformats.org/officeDocument/2006/relationships/tags" Target="../tags/tag34.xml" /><Relationship Id="rId31" Type="http://schemas.openxmlformats.org/officeDocument/2006/relationships/tags" Target="../tags/tag35.xml" /><Relationship Id="rId32" Type="http://schemas.openxmlformats.org/officeDocument/2006/relationships/tags" Target="../tags/tag36.xml" /><Relationship Id="rId33" Type="http://schemas.openxmlformats.org/officeDocument/2006/relationships/tags" Target="../tags/tag37.xml" /><Relationship Id="rId34" Type="http://schemas.openxmlformats.org/officeDocument/2006/relationships/tags" Target="../tags/tag38.xml" /><Relationship Id="rId35" Type="http://schemas.openxmlformats.org/officeDocument/2006/relationships/tags" Target="../tags/tag39.xml" /><Relationship Id="rId36" Type="http://schemas.openxmlformats.org/officeDocument/2006/relationships/tags" Target="../tags/tag40.xml" /><Relationship Id="rId37" Type="http://schemas.openxmlformats.org/officeDocument/2006/relationships/image" Target="../media/image8.png" /><Relationship Id="rId38" Type="http://schemas.openxmlformats.org/officeDocument/2006/relationships/image" Target="../media/image9.svg" /><Relationship Id="rId39" Type="http://schemas.openxmlformats.org/officeDocument/2006/relationships/tags" Target="../tags/tag41.xml" /><Relationship Id="rId4" Type="http://schemas.openxmlformats.org/officeDocument/2006/relationships/image" Target="../media/image1.png" /><Relationship Id="rId40" Type="http://schemas.openxmlformats.org/officeDocument/2006/relationships/tags" Target="../tags/tag42.xml" /><Relationship Id="rId41" Type="http://schemas.openxmlformats.org/officeDocument/2006/relationships/tags" Target="../tags/tag43.xml" /><Relationship Id="rId42" Type="http://schemas.openxmlformats.org/officeDocument/2006/relationships/tags" Target="../tags/tag44.xml" /><Relationship Id="rId43" Type="http://schemas.openxmlformats.org/officeDocument/2006/relationships/tags" Target="../tags/tag45.xml" /><Relationship Id="rId44" Type="http://schemas.openxmlformats.org/officeDocument/2006/relationships/tags" Target="../tags/tag46.xml" /><Relationship Id="rId45" Type="http://schemas.openxmlformats.org/officeDocument/2006/relationships/tags" Target="../tags/tag47.xml" /><Relationship Id="rId46" Type="http://schemas.openxmlformats.org/officeDocument/2006/relationships/image" Target="../media/image10.png" /><Relationship Id="rId47" Type="http://schemas.openxmlformats.org/officeDocument/2006/relationships/image" Target="../media/image11.svg" /><Relationship Id="rId48" Type="http://schemas.openxmlformats.org/officeDocument/2006/relationships/tags" Target="../tags/tag48.xml" /><Relationship Id="rId49" Type="http://schemas.openxmlformats.org/officeDocument/2006/relationships/tags" Target="../tags/tag49.xml" /><Relationship Id="rId5" Type="http://schemas.openxmlformats.org/officeDocument/2006/relationships/tags" Target="../tags/tag15.xml" /><Relationship Id="rId50" Type="http://schemas.openxmlformats.org/officeDocument/2006/relationships/tags" Target="../tags/tag50.xml" /><Relationship Id="rId51" Type="http://schemas.openxmlformats.org/officeDocument/2006/relationships/tags" Target="../tags/tag51.xml" /><Relationship Id="rId52" Type="http://schemas.openxmlformats.org/officeDocument/2006/relationships/tags" Target="../tags/tag52.xml" /><Relationship Id="rId53" Type="http://schemas.openxmlformats.org/officeDocument/2006/relationships/image" Target="../media/image12.png" /><Relationship Id="rId54" Type="http://schemas.openxmlformats.org/officeDocument/2006/relationships/tags" Target="../tags/tag53.xml" /><Relationship Id="rId55" Type="http://schemas.openxmlformats.org/officeDocument/2006/relationships/tags" Target="../tags/tag54.xml" /><Relationship Id="rId56" Type="http://schemas.openxmlformats.org/officeDocument/2006/relationships/tags" Target="../tags/tag55.xml" /><Relationship Id="rId57" Type="http://schemas.openxmlformats.org/officeDocument/2006/relationships/tags" Target="../tags/tag56.xml" /><Relationship Id="rId58" Type="http://schemas.openxmlformats.org/officeDocument/2006/relationships/tags" Target="../tags/tag57.xml" /><Relationship Id="rId59" Type="http://schemas.openxmlformats.org/officeDocument/2006/relationships/tags" Target="../tags/tag58.xml" /><Relationship Id="rId6" Type="http://schemas.openxmlformats.org/officeDocument/2006/relationships/image" Target="../media/image2.png" /><Relationship Id="rId60" Type="http://schemas.openxmlformats.org/officeDocument/2006/relationships/image" Target="../media/image13.png" /><Relationship Id="rId61" Type="http://schemas.openxmlformats.org/officeDocument/2006/relationships/image" Target="../media/image14.svg" /><Relationship Id="rId62" Type="http://schemas.openxmlformats.org/officeDocument/2006/relationships/tags" Target="../tags/tag59.xml" /><Relationship Id="rId63" Type="http://schemas.openxmlformats.org/officeDocument/2006/relationships/tags" Target="../tags/tag60.xml" /><Relationship Id="rId64" Type="http://schemas.openxmlformats.org/officeDocument/2006/relationships/tags" Target="../tags/tag61.xml" /><Relationship Id="rId65" Type="http://schemas.openxmlformats.org/officeDocument/2006/relationships/tags" Target="../tags/tag62.xml" /><Relationship Id="rId66" Type="http://schemas.openxmlformats.org/officeDocument/2006/relationships/tags" Target="../tags/tag63.xml" /><Relationship Id="rId67" Type="http://schemas.openxmlformats.org/officeDocument/2006/relationships/tags" Target="../tags/tag64.xml" /><Relationship Id="rId68" Type="http://schemas.openxmlformats.org/officeDocument/2006/relationships/tags" Target="../tags/tag65.xml" /><Relationship Id="rId69" Type="http://schemas.openxmlformats.org/officeDocument/2006/relationships/tags" Target="../tags/tag66.xml" /><Relationship Id="rId7" Type="http://schemas.openxmlformats.org/officeDocument/2006/relationships/tags" Target="../tags/tag16.xml" /><Relationship Id="rId70" Type="http://schemas.openxmlformats.org/officeDocument/2006/relationships/tags" Target="../tags/tag67.xml" /><Relationship Id="rId71" Type="http://schemas.openxmlformats.org/officeDocument/2006/relationships/tags" Target="../tags/tag68.xml" /><Relationship Id="rId72" Type="http://schemas.openxmlformats.org/officeDocument/2006/relationships/tags" Target="../tags/tag69.xml" /><Relationship Id="rId73" Type="http://schemas.openxmlformats.org/officeDocument/2006/relationships/tags" Target="../tags/tag70.xml" /><Relationship Id="rId74" Type="http://schemas.openxmlformats.org/officeDocument/2006/relationships/tags" Target="../tags/tag71.xml" /><Relationship Id="rId75" Type="http://schemas.openxmlformats.org/officeDocument/2006/relationships/tags" Target="../tags/tag72.xml" /><Relationship Id="rId76" Type="http://schemas.openxmlformats.org/officeDocument/2006/relationships/tags" Target="../tags/tag73.xml" /><Relationship Id="rId77" Type="http://schemas.openxmlformats.org/officeDocument/2006/relationships/tags" Target="../tags/tag74.xml" /><Relationship Id="rId78" Type="http://schemas.openxmlformats.org/officeDocument/2006/relationships/tags" Target="../tags/tag75.xml" /><Relationship Id="rId79" Type="http://schemas.openxmlformats.org/officeDocument/2006/relationships/tags" Target="../tags/tag76.xml" /><Relationship Id="rId8" Type="http://schemas.openxmlformats.org/officeDocument/2006/relationships/tags" Target="../tags/tag17.xml" /><Relationship Id="rId80" Type="http://schemas.openxmlformats.org/officeDocument/2006/relationships/tags" Target="../tags/tag77.xml" /><Relationship Id="rId81" Type="http://schemas.openxmlformats.org/officeDocument/2006/relationships/tags" Target="../tags/tag78.xml" /><Relationship Id="rId82" Type="http://schemas.openxmlformats.org/officeDocument/2006/relationships/tags" Target="../tags/tag79.xml" /><Relationship Id="rId83" Type="http://schemas.openxmlformats.org/officeDocument/2006/relationships/tags" Target="../tags/tag80.xml" /><Relationship Id="rId84" Type="http://schemas.openxmlformats.org/officeDocument/2006/relationships/tags" Target="../tags/tag81.xml" /><Relationship Id="rId85" Type="http://schemas.openxmlformats.org/officeDocument/2006/relationships/tags" Target="../tags/tag82.xml" /><Relationship Id="rId86" Type="http://schemas.openxmlformats.org/officeDocument/2006/relationships/image" Target="../media/image15.png" /><Relationship Id="rId87" Type="http://schemas.openxmlformats.org/officeDocument/2006/relationships/image" Target="../media/image16.svg" /><Relationship Id="rId88" Type="http://schemas.openxmlformats.org/officeDocument/2006/relationships/tags" Target="../tags/tag83.xml" /><Relationship Id="rId89" Type="http://schemas.openxmlformats.org/officeDocument/2006/relationships/tags" Target="../tags/tag84.xml" /><Relationship Id="rId9" Type="http://schemas.openxmlformats.org/officeDocument/2006/relationships/image" Target="../media/image3.png" /><Relationship Id="rId90" Type="http://schemas.openxmlformats.org/officeDocument/2006/relationships/tags" Target="../tags/tag85.xml" /><Relationship Id="rId91" Type="http://schemas.openxmlformats.org/officeDocument/2006/relationships/tags" Target="../tags/tag86.xml" /><Relationship Id="rId92" Type="http://schemas.openxmlformats.org/officeDocument/2006/relationships/tags" Target="../tags/tag87.xml" /><Relationship Id="rId93" Type="http://schemas.openxmlformats.org/officeDocument/2006/relationships/tags" Target="../tags/tag88.xml" /><Relationship Id="rId94" Type="http://schemas.openxmlformats.org/officeDocument/2006/relationships/tags" Target="../tags/tag89.xml" /><Relationship Id="rId95" Type="http://schemas.openxmlformats.org/officeDocument/2006/relationships/tags" Target="../tags/tag90.xml" /><Relationship Id="rId96" Type="http://schemas.openxmlformats.org/officeDocument/2006/relationships/tags" Target="../tags/tag9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00.xml" /><Relationship Id="rId11" Type="http://schemas.openxmlformats.org/officeDocument/2006/relationships/tags" Target="../tags/tag101.xml" /><Relationship Id="rId12" Type="http://schemas.openxmlformats.org/officeDocument/2006/relationships/image" Target="../media/image18.png" /><Relationship Id="rId13" Type="http://schemas.openxmlformats.org/officeDocument/2006/relationships/tags" Target="../tags/tag102.xml" /><Relationship Id="rId14" Type="http://schemas.openxmlformats.org/officeDocument/2006/relationships/tags" Target="../tags/tag103.xml" /><Relationship Id="rId15" Type="http://schemas.openxmlformats.org/officeDocument/2006/relationships/image" Target="../media/image19.png" /><Relationship Id="rId16" Type="http://schemas.openxmlformats.org/officeDocument/2006/relationships/tags" Target="../tags/tag104.xml" /><Relationship Id="rId17" Type="http://schemas.openxmlformats.org/officeDocument/2006/relationships/tags" Target="../tags/tag105.xml" /><Relationship Id="rId18" Type="http://schemas.openxmlformats.org/officeDocument/2006/relationships/tags" Target="../tags/tag106.xml" /><Relationship Id="rId19" Type="http://schemas.openxmlformats.org/officeDocument/2006/relationships/tags" Target="../tags/tag107.xml" /><Relationship Id="rId2" Type="http://schemas.openxmlformats.org/officeDocument/2006/relationships/notesSlide" Target="../notesSlides/notesSlide2.xml" /><Relationship Id="rId20" Type="http://schemas.openxmlformats.org/officeDocument/2006/relationships/tags" Target="../tags/tag108.xml" /><Relationship Id="rId21" Type="http://schemas.openxmlformats.org/officeDocument/2006/relationships/tags" Target="../tags/tag109.xml" /><Relationship Id="rId22" Type="http://schemas.openxmlformats.org/officeDocument/2006/relationships/tags" Target="../tags/tag110.xml" /><Relationship Id="rId23" Type="http://schemas.openxmlformats.org/officeDocument/2006/relationships/tags" Target="../tags/tag111.xml" /><Relationship Id="rId24" Type="http://schemas.openxmlformats.org/officeDocument/2006/relationships/tags" Target="../tags/tag112.xml" /><Relationship Id="rId25" Type="http://schemas.openxmlformats.org/officeDocument/2006/relationships/tags" Target="../tags/tag113.xml" /><Relationship Id="rId26" Type="http://schemas.openxmlformats.org/officeDocument/2006/relationships/tags" Target="../tags/tag114.xml" /><Relationship Id="rId27" Type="http://schemas.openxmlformats.org/officeDocument/2006/relationships/tags" Target="../tags/tag115.xml" /><Relationship Id="rId28" Type="http://schemas.openxmlformats.org/officeDocument/2006/relationships/tags" Target="../tags/tag116.xml" /><Relationship Id="rId29" Type="http://schemas.openxmlformats.org/officeDocument/2006/relationships/tags" Target="../tags/tag117.xml" /><Relationship Id="rId3" Type="http://schemas.openxmlformats.org/officeDocument/2006/relationships/tags" Target="../tags/tag96.xml" /><Relationship Id="rId30" Type="http://schemas.openxmlformats.org/officeDocument/2006/relationships/tags" Target="../tags/tag118.xml" /><Relationship Id="rId31" Type="http://schemas.openxmlformats.org/officeDocument/2006/relationships/tags" Target="../tags/tag119.xml" /><Relationship Id="rId32" Type="http://schemas.openxmlformats.org/officeDocument/2006/relationships/tags" Target="../tags/tag120.xml" /><Relationship Id="rId33" Type="http://schemas.openxmlformats.org/officeDocument/2006/relationships/tags" Target="../tags/tag121.xml" /><Relationship Id="rId34" Type="http://schemas.openxmlformats.org/officeDocument/2006/relationships/tags" Target="../tags/tag122.xml" /><Relationship Id="rId35" Type="http://schemas.openxmlformats.org/officeDocument/2006/relationships/tags" Target="../tags/tag123.xml" /><Relationship Id="rId4" Type="http://schemas.openxmlformats.org/officeDocument/2006/relationships/image" Target="../media/image1.png" /><Relationship Id="rId5" Type="http://schemas.openxmlformats.org/officeDocument/2006/relationships/tags" Target="../tags/tag97.xml" /><Relationship Id="rId6" Type="http://schemas.openxmlformats.org/officeDocument/2006/relationships/image" Target="../media/image2.png" /><Relationship Id="rId7" Type="http://schemas.openxmlformats.org/officeDocument/2006/relationships/tags" Target="../tags/tag98.xml" /><Relationship Id="rId8" Type="http://schemas.openxmlformats.org/officeDocument/2006/relationships/tags" Target="../tags/tag99.xml" /><Relationship Id="rId9" Type="http://schemas.openxmlformats.org/officeDocument/2006/relationships/image" Target="../media/image1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1.svg" /><Relationship Id="rId11" Type="http://schemas.openxmlformats.org/officeDocument/2006/relationships/tags" Target="../tags/tag132.xml" /><Relationship Id="rId12" Type="http://schemas.openxmlformats.org/officeDocument/2006/relationships/tags" Target="../tags/tag133.xml" /><Relationship Id="rId13" Type="http://schemas.openxmlformats.org/officeDocument/2006/relationships/image" Target="../media/image22.png" /><Relationship Id="rId14" Type="http://schemas.openxmlformats.org/officeDocument/2006/relationships/image" Target="../media/image23.svg" /><Relationship Id="rId15" Type="http://schemas.openxmlformats.org/officeDocument/2006/relationships/tags" Target="../tags/tag134.xml" /><Relationship Id="rId16" Type="http://schemas.openxmlformats.org/officeDocument/2006/relationships/tags" Target="../tags/tag135.xml" /><Relationship Id="rId17" Type="http://schemas.openxmlformats.org/officeDocument/2006/relationships/tags" Target="../tags/tag136.xml" /><Relationship Id="rId18" Type="http://schemas.openxmlformats.org/officeDocument/2006/relationships/tags" Target="../tags/tag137.xml" /><Relationship Id="rId19" Type="http://schemas.openxmlformats.org/officeDocument/2006/relationships/tags" Target="../tags/tag138.xml" /><Relationship Id="rId2" Type="http://schemas.openxmlformats.org/officeDocument/2006/relationships/notesSlide" Target="../notesSlides/notesSlide3.xml" /><Relationship Id="rId20" Type="http://schemas.openxmlformats.org/officeDocument/2006/relationships/tags" Target="../tags/tag139.xml" /><Relationship Id="rId21" Type="http://schemas.openxmlformats.org/officeDocument/2006/relationships/tags" Target="../tags/tag140.xml" /><Relationship Id="rId22" Type="http://schemas.openxmlformats.org/officeDocument/2006/relationships/tags" Target="../tags/tag141.xml" /><Relationship Id="rId23" Type="http://schemas.openxmlformats.org/officeDocument/2006/relationships/tags" Target="../tags/tag142.xml" /><Relationship Id="rId24" Type="http://schemas.openxmlformats.org/officeDocument/2006/relationships/tags" Target="../tags/tag143.xml" /><Relationship Id="rId25" Type="http://schemas.openxmlformats.org/officeDocument/2006/relationships/image" Target="../media/image24.png" /><Relationship Id="rId26" Type="http://schemas.openxmlformats.org/officeDocument/2006/relationships/image" Target="../media/image25.svg" /><Relationship Id="rId27" Type="http://schemas.openxmlformats.org/officeDocument/2006/relationships/tags" Target="../tags/tag144.xml" /><Relationship Id="rId28" Type="http://schemas.openxmlformats.org/officeDocument/2006/relationships/tags" Target="../tags/tag145.xml" /><Relationship Id="rId29" Type="http://schemas.openxmlformats.org/officeDocument/2006/relationships/tags" Target="../tags/tag146.xml" /><Relationship Id="rId3" Type="http://schemas.openxmlformats.org/officeDocument/2006/relationships/tags" Target="../tags/tag128.xml" /><Relationship Id="rId30" Type="http://schemas.openxmlformats.org/officeDocument/2006/relationships/tags" Target="../tags/tag147.xml" /><Relationship Id="rId4" Type="http://schemas.openxmlformats.org/officeDocument/2006/relationships/image" Target="../media/image1.png" /><Relationship Id="rId5" Type="http://schemas.openxmlformats.org/officeDocument/2006/relationships/tags" Target="../tags/tag129.xml" /><Relationship Id="rId6" Type="http://schemas.openxmlformats.org/officeDocument/2006/relationships/image" Target="../media/image2.png" /><Relationship Id="rId7" Type="http://schemas.openxmlformats.org/officeDocument/2006/relationships/tags" Target="../tags/tag130.xml" /><Relationship Id="rId8" Type="http://schemas.openxmlformats.org/officeDocument/2006/relationships/tags" Target="../tags/tag131.xml" /><Relationship Id="rId9" Type="http://schemas.openxmlformats.org/officeDocument/2006/relationships/image" Target="../media/image20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7.png" /><Relationship Id="rId11" Type="http://schemas.openxmlformats.org/officeDocument/2006/relationships/tags" Target="../tags/tag156.xml" /><Relationship Id="rId12" Type="http://schemas.openxmlformats.org/officeDocument/2006/relationships/tags" Target="../tags/tag157.xml" /><Relationship Id="rId13" Type="http://schemas.openxmlformats.org/officeDocument/2006/relationships/tags" Target="../tags/tag158.xml" /><Relationship Id="rId14" Type="http://schemas.openxmlformats.org/officeDocument/2006/relationships/tags" Target="../tags/tag159.xml" /><Relationship Id="rId15" Type="http://schemas.openxmlformats.org/officeDocument/2006/relationships/tags" Target="../tags/tag160.xml" /><Relationship Id="rId16" Type="http://schemas.openxmlformats.org/officeDocument/2006/relationships/tags" Target="../tags/tag161.xml" /><Relationship Id="rId17" Type="http://schemas.openxmlformats.org/officeDocument/2006/relationships/tags" Target="../tags/tag162.xml" /><Relationship Id="rId18" Type="http://schemas.openxmlformats.org/officeDocument/2006/relationships/tags" Target="../tags/tag163.xml" /><Relationship Id="rId19" Type="http://schemas.openxmlformats.org/officeDocument/2006/relationships/tags" Target="../tags/tag164.xml" /><Relationship Id="rId2" Type="http://schemas.openxmlformats.org/officeDocument/2006/relationships/notesSlide" Target="../notesSlides/notesSlide4.xml" /><Relationship Id="rId20" Type="http://schemas.openxmlformats.org/officeDocument/2006/relationships/tags" Target="../tags/tag165.xml" /><Relationship Id="rId21" Type="http://schemas.openxmlformats.org/officeDocument/2006/relationships/tags" Target="../tags/tag166.xml" /><Relationship Id="rId22" Type="http://schemas.openxmlformats.org/officeDocument/2006/relationships/tags" Target="../tags/tag167.xml" /><Relationship Id="rId23" Type="http://schemas.openxmlformats.org/officeDocument/2006/relationships/tags" Target="../tags/tag168.xml" /><Relationship Id="rId24" Type="http://schemas.openxmlformats.org/officeDocument/2006/relationships/tags" Target="../tags/tag169.xml" /><Relationship Id="rId25" Type="http://schemas.openxmlformats.org/officeDocument/2006/relationships/tags" Target="../tags/tag170.xml" /><Relationship Id="rId26" Type="http://schemas.openxmlformats.org/officeDocument/2006/relationships/tags" Target="../tags/tag171.xml" /><Relationship Id="rId27" Type="http://schemas.openxmlformats.org/officeDocument/2006/relationships/tags" Target="../tags/tag172.xml" /><Relationship Id="rId28" Type="http://schemas.openxmlformats.org/officeDocument/2006/relationships/tags" Target="../tags/tag173.xml" /><Relationship Id="rId29" Type="http://schemas.openxmlformats.org/officeDocument/2006/relationships/tags" Target="../tags/tag174.xml" /><Relationship Id="rId3" Type="http://schemas.openxmlformats.org/officeDocument/2006/relationships/tags" Target="../tags/tag152.xml" /><Relationship Id="rId30" Type="http://schemas.openxmlformats.org/officeDocument/2006/relationships/tags" Target="../tags/tag175.xml" /><Relationship Id="rId31" Type="http://schemas.openxmlformats.org/officeDocument/2006/relationships/tags" Target="../tags/tag176.xml" /><Relationship Id="rId32" Type="http://schemas.openxmlformats.org/officeDocument/2006/relationships/tags" Target="../tags/tag177.xml" /><Relationship Id="rId33" Type="http://schemas.openxmlformats.org/officeDocument/2006/relationships/tags" Target="../tags/tag178.xml" /><Relationship Id="rId34" Type="http://schemas.openxmlformats.org/officeDocument/2006/relationships/tags" Target="../tags/tag179.xml" /><Relationship Id="rId35" Type="http://schemas.openxmlformats.org/officeDocument/2006/relationships/tags" Target="../tags/tag180.xml" /><Relationship Id="rId36" Type="http://schemas.openxmlformats.org/officeDocument/2006/relationships/tags" Target="../tags/tag181.xml" /><Relationship Id="rId37" Type="http://schemas.openxmlformats.org/officeDocument/2006/relationships/tags" Target="../tags/tag182.xml" /><Relationship Id="rId38" Type="http://schemas.openxmlformats.org/officeDocument/2006/relationships/tags" Target="../tags/tag183.xml" /><Relationship Id="rId39" Type="http://schemas.openxmlformats.org/officeDocument/2006/relationships/tags" Target="../tags/tag184.xml" /><Relationship Id="rId4" Type="http://schemas.openxmlformats.org/officeDocument/2006/relationships/image" Target="../media/image1.png" /><Relationship Id="rId40" Type="http://schemas.openxmlformats.org/officeDocument/2006/relationships/tags" Target="../tags/tag185.xml" /><Relationship Id="rId41" Type="http://schemas.openxmlformats.org/officeDocument/2006/relationships/tags" Target="../tags/tag186.xml" /><Relationship Id="rId5" Type="http://schemas.openxmlformats.org/officeDocument/2006/relationships/tags" Target="../tags/tag153.xml" /><Relationship Id="rId6" Type="http://schemas.openxmlformats.org/officeDocument/2006/relationships/image" Target="../media/image2.png" /><Relationship Id="rId7" Type="http://schemas.openxmlformats.org/officeDocument/2006/relationships/tags" Target="../tags/tag154.xml" /><Relationship Id="rId8" Type="http://schemas.openxmlformats.org/officeDocument/2006/relationships/image" Target="../media/image26.png" /><Relationship Id="rId9" Type="http://schemas.openxmlformats.org/officeDocument/2006/relationships/tags" Target="../tags/tag155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146" name="" title=""/>
          <p:cNvGrpSpPr/>
          <p:nvPr>
            <p:custDataLst>
              <p:tags r:id="rId8"/>
            </p:custDataLst>
          </p:nvPr>
        </p:nvGrpSpPr>
        <p:grpSpPr>
          <a:xfrm>
            <a:off x="609600" y="1371600"/>
            <a:ext cx="4434840" cy="5181600"/>
            <a:chOff x="-635000" y="-635000"/>
            <a:chExt cx="4434840" cy="5181600"/>
          </a:xfrm>
        </p:grpSpPr>
        <p:pic>
          <p:nvPicPr>
            <p:cNvPr id="147" name="Image 2" descr="TEMP_Z_ORDER_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4434840" cy="5181600"/>
            </a:xfrm>
            <a:prstGeom prst="rect">
              <a:avLst/>
            </a:prstGeom>
          </p:spPr>
        </p:pic>
        <p:sp>
          <p:nvSpPr>
            <p:cNvPr id="148" name="Text 0" descr="TEMP_Z_ORDER_3"/>
            <p:cNvSpPr/>
            <p:nvPr>
              <p:custDataLst>
                <p:tags r:id="rId11"/>
              </p:custDataLst>
            </p:nvPr>
          </p:nvSpPr>
          <p:spPr>
            <a:xfrm>
              <a:off x="-391160" y="-391160"/>
              <a:ext cx="395630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精简说明</a:t>
              </a:r>
              <a:endParaRPr lang="en-US" sz="1920"/>
            </a:p>
          </p:txBody>
        </p:sp>
        <p:sp>
          <p:nvSpPr>
            <p:cNvPr id="149" name="Text 1" descr="TEMP_Z_ORDER_4"/>
            <p:cNvSpPr/>
            <p:nvPr>
              <p:custDataLst>
                <p:tags r:id="rId12"/>
              </p:custDataLst>
            </p:nvPr>
          </p:nvSpPr>
          <p:spPr>
            <a:xfrm>
              <a:off x="-391160" y="96520"/>
              <a:ext cx="3956304" cy="24451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52"/>
                </a:lnSpc>
                <a:buNone/>
              </a:pPr>
              <a:r>
                <a:rPr lang="en-US" sz="13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7 镇街；供需对齐为 `coupling_analysis.py` 中人工谱系映射 + 脚本产出 **`data/database/coupling_results.json`**、摘要 **`output/tables/coupling_summary.json`**（**非**全库 POI 自动配对）。POI 默认 **`poi_llm_cleaned.csv`**；C 综合非遗落点、典籍/图谱文化提及与（若存在）**`review_summary_merged.csv`**；T 为 POI 密度相对值；D 为耦合协调度。</a:t>
              </a:r>
              <a:endParaRPr lang="en-US" sz="1320"/>
            </a:p>
          </p:txBody>
        </p:sp>
      </p:grpSp>
      <p:grpSp>
        <p:nvGrpSpPr>
          <p:cNvPr id="127" name="" title=""/>
          <p:cNvGrpSpPr/>
          <p:nvPr>
            <p:custDataLst>
              <p:tags r:id="rId13"/>
            </p:custDataLst>
          </p:nvPr>
        </p:nvGrpSpPr>
        <p:grpSpPr>
          <a:xfrm>
            <a:off x="5288280" y="1371600"/>
            <a:ext cx="6309360" cy="2590800"/>
            <a:chOff x="-635000" y="-635000"/>
            <a:chExt cx="6309360" cy="2590800"/>
          </a:xfrm>
        </p:grpSpPr>
        <p:pic>
          <p:nvPicPr>
            <p:cNvPr id="128" name="Image 3" descr="TEMP_Z_ORDER_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2590800"/>
            </a:xfrm>
            <a:prstGeom prst="rect">
              <a:avLst/>
            </a:prstGeom>
          </p:spPr>
        </p:pic>
        <p:sp>
          <p:nvSpPr>
            <p:cNvPr id="129" name="Text 2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-375920" y="-375920"/>
              <a:ext cx="580034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四象限表</a:t>
              </a:r>
              <a:endParaRPr lang="en-US" sz="1920"/>
            </a:p>
          </p:txBody>
        </p:sp>
        <p:pic>
          <p:nvPicPr>
            <p:cNvPr id="130" name="Image 4" descr="TEMP_Z_ORDER_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172720"/>
              <a:ext cx="1264920" cy="1524000"/>
            </a:xfrm>
            <a:prstGeom prst="rect">
              <a:avLst/>
            </a:prstGeom>
          </p:spPr>
        </p:pic>
        <p:sp>
          <p:nvSpPr>
            <p:cNvPr id="131" name="Text 3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254000" y="294640"/>
              <a:ext cx="1030224" cy="2742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强耦合</a:t>
              </a:r>
              <a:endParaRPr lang="en-US" sz="1560"/>
            </a:p>
          </p:txBody>
        </p:sp>
        <p:sp>
          <p:nvSpPr>
            <p:cNvPr id="132" name="Text 4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-25400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(实体对应/文化承载)</a:t>
              </a:r>
              <a:endParaRPr lang="en-US" sz="1440"/>
            </a:p>
          </p:txBody>
        </p:sp>
        <p:sp>
          <p:nvSpPr>
            <p:cNvPr id="133" name="Text 5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25400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16对</a:t>
              </a:r>
              <a:endParaRPr lang="en-US" sz="2040"/>
            </a:p>
          </p:txBody>
        </p:sp>
        <p:pic>
          <p:nvPicPr>
            <p:cNvPr id="134" name="Image 5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17600" y="172720"/>
              <a:ext cx="1264920" cy="1524000"/>
            </a:xfrm>
            <a:prstGeom prst="rect">
              <a:avLst/>
            </a:prstGeom>
          </p:spPr>
        </p:pic>
        <p:sp>
          <p:nvSpPr>
            <p:cNvPr id="135" name="Text 6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1239520" y="294640"/>
              <a:ext cx="1030224" cy="2742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2563E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错位</a:t>
              </a:r>
              <a:endParaRPr lang="en-US" sz="1560"/>
            </a:p>
          </p:txBody>
        </p:sp>
        <p:sp>
          <p:nvSpPr>
            <p:cNvPr id="136" name="Text 7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123952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(空间共存/主题关联)</a:t>
              </a:r>
              <a:endParaRPr lang="en-US" sz="1440"/>
            </a:p>
          </p:txBody>
        </p:sp>
        <p:sp>
          <p:nvSpPr>
            <p:cNvPr id="137" name="Text 8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123952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9对</a:t>
              </a:r>
              <a:endParaRPr lang="en-US" sz="2040"/>
            </a:p>
          </p:txBody>
        </p:sp>
        <p:pic>
          <p:nvPicPr>
            <p:cNvPr id="138" name="Image 6" descr="TEMP_Z_ORDER_1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626360" y="172720"/>
              <a:ext cx="1264920" cy="1524000"/>
            </a:xfrm>
            <a:prstGeom prst="rect">
              <a:avLst/>
            </a:prstGeom>
          </p:spPr>
        </p:pic>
        <p:sp>
          <p:nvSpPr>
            <p:cNvPr id="139" name="Text 9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2748280" y="294640"/>
              <a:ext cx="1030224" cy="274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D9770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缺失 A</a:t>
              </a:r>
              <a:endParaRPr lang="en-US" sz="1560"/>
            </a:p>
          </p:txBody>
        </p:sp>
        <p:sp>
          <p:nvSpPr>
            <p:cNvPr id="140" name="Text 10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274828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(有非遗无实体)</a:t>
              </a:r>
              <a:endParaRPr lang="en-US" sz="1440"/>
            </a:p>
          </p:txBody>
        </p:sp>
        <p:sp>
          <p:nvSpPr>
            <p:cNvPr id="141" name="Text 11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274828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14项</a:t>
              </a:r>
              <a:endParaRPr lang="en-US" sz="2040"/>
            </a:p>
          </p:txBody>
        </p:sp>
        <p:pic>
          <p:nvPicPr>
            <p:cNvPr id="142" name="Image 7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135120" y="172720"/>
              <a:ext cx="1264920" cy="1524000"/>
            </a:xfrm>
            <a:prstGeom prst="rect">
              <a:avLst/>
            </a:prstGeom>
          </p:spPr>
        </p:pic>
        <p:sp>
          <p:nvSpPr>
            <p:cNvPr id="143" name="Text 12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4257040" y="294640"/>
              <a:ext cx="1030224" cy="274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DC262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缺失 B</a:t>
              </a:r>
              <a:endParaRPr lang="en-US" sz="1560"/>
            </a:p>
          </p:txBody>
        </p:sp>
        <p:sp>
          <p:nvSpPr>
            <p:cNvPr id="144" name="Text 13" descr="TEMP_Z_ORDER_21"/>
            <p:cNvSpPr/>
            <p:nvPr>
              <p:custDataLst>
                <p:tags r:id="rId34"/>
              </p:custDataLst>
            </p:nvPr>
          </p:nvSpPr>
          <p:spPr>
            <a:xfrm>
              <a:off x="425704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(有实体无非遗)</a:t>
              </a:r>
              <a:endParaRPr lang="en-US" sz="1440"/>
            </a:p>
          </p:txBody>
        </p:sp>
        <p:sp>
          <p:nvSpPr>
            <p:cNvPr id="145" name="Text 14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425704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6个</a:t>
              </a:r>
              <a:endParaRPr lang="en-US" sz="2040"/>
            </a:p>
          </p:txBody>
        </p:sp>
      </p:grpSp>
      <p:grpSp>
        <p:nvGrpSpPr>
          <p:cNvPr id="76" name="" title=""/>
          <p:cNvGrpSpPr/>
          <p:nvPr>
            <p:custDataLst>
              <p:tags r:id="rId36"/>
            </p:custDataLst>
          </p:nvPr>
        </p:nvGrpSpPr>
        <p:grpSpPr>
          <a:xfrm>
            <a:off x="5288280" y="4145280"/>
            <a:ext cx="6309360" cy="2407920"/>
            <a:chOff x="-635000" y="-635000"/>
            <a:chExt cx="6309360" cy="2407920"/>
          </a:xfrm>
        </p:grpSpPr>
        <p:pic>
          <p:nvPicPr>
            <p:cNvPr id="77" name="Image 8" descr="TEMP_Z_ORDER_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2407920"/>
            </a:xfrm>
            <a:prstGeom prst="rect">
              <a:avLst/>
            </a:prstGeom>
          </p:spPr>
        </p:pic>
        <p:sp>
          <p:nvSpPr>
            <p:cNvPr id="78" name="Text 15" descr="TEMP_Z_ORDER_24"/>
            <p:cNvSpPr/>
            <p:nvPr>
              <p:custDataLst>
                <p:tags r:id="rId40"/>
              </p:custDataLst>
            </p:nvPr>
          </p:nvSpPr>
          <p:spPr>
            <a:xfrm>
              <a:off x="-436880" y="-436880"/>
              <a:ext cx="5922264" cy="2632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60"/>
                </a:lnSpc>
                <a:buNone/>
              </a:pPr>
              <a:r>
                <a:rPr lang="en-US" sz="14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 D 表</a:t>
              </a:r>
              <a:endParaRPr lang="en-US" sz="1440"/>
            </a:p>
          </p:txBody>
        </p:sp>
        <p:sp>
          <p:nvSpPr>
            <p:cNvPr id="79" name="Text 16" descr="TEMP_Z_ORDER_25"/>
            <p:cNvSpPr/>
            <p:nvPr>
              <p:custDataLst>
                <p:tags r:id="rId41"/>
              </p:custDataLst>
            </p:nvPr>
          </p:nvSpPr>
          <p:spPr>
            <a:xfrm>
              <a:off x="-436880" y="-55880"/>
              <a:ext cx="368776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</a:t>
              </a:r>
              <a:endParaRPr lang="en-US" sz="1440"/>
            </a:p>
          </p:txBody>
        </p:sp>
        <p:sp>
          <p:nvSpPr>
            <p:cNvPr id="80" name="Text 17" descr="TEMP_Z_ORDER_26"/>
            <p:cNvSpPr/>
            <p:nvPr>
              <p:custDataLst>
                <p:tags r:id="rId42"/>
              </p:custDataLst>
            </p:nvPr>
          </p:nvSpPr>
          <p:spPr>
            <a:xfrm>
              <a:off x="2095849" y="-55880"/>
              <a:ext cx="31105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POI</a:t>
              </a:r>
              <a:endParaRPr lang="en-US" sz="1440"/>
            </a:p>
          </p:txBody>
        </p:sp>
        <p:sp>
          <p:nvSpPr>
            <p:cNvPr id="81" name="Text 18" descr="TEMP_Z_ORDER_27"/>
            <p:cNvSpPr/>
            <p:nvPr>
              <p:custDataLst>
                <p:tags r:id="rId43"/>
              </p:custDataLst>
            </p:nvPr>
          </p:nvSpPr>
          <p:spPr>
            <a:xfrm>
              <a:off x="2755503" y="-55880"/>
              <a:ext cx="931561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非遗(26项)</a:t>
              </a:r>
              <a:endParaRPr lang="en-US" sz="1440"/>
            </a:p>
          </p:txBody>
        </p:sp>
        <p:sp>
          <p:nvSpPr>
            <p:cNvPr id="82" name="Text 19" descr="TEMP_Z_ORDER_28"/>
            <p:cNvSpPr/>
            <p:nvPr>
              <p:custDataLst>
                <p:tags r:id="rId44"/>
              </p:custDataLst>
            </p:nvPr>
          </p:nvSpPr>
          <p:spPr>
            <a:xfrm>
              <a:off x="4428284" y="-55880"/>
              <a:ext cx="142700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D</a:t>
              </a:r>
              <a:endParaRPr lang="en-US" sz="1440"/>
            </a:p>
          </p:txBody>
        </p:sp>
        <p:sp>
          <p:nvSpPr>
            <p:cNvPr id="83" name="Text 20" descr="TEMP_Z_ORDER_29"/>
            <p:cNvSpPr/>
            <p:nvPr>
              <p:custDataLst>
                <p:tags r:id="rId45"/>
              </p:custDataLst>
            </p:nvPr>
          </p:nvSpPr>
          <p:spPr>
            <a:xfrm>
              <a:off x="4892564" y="-55880"/>
              <a:ext cx="368776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等级</a:t>
              </a:r>
              <a:endParaRPr lang="en-US" sz="1440"/>
            </a:p>
          </p:txBody>
        </p:sp>
        <p:pic>
          <p:nvPicPr>
            <p:cNvPr id="84" name="Image 9" descr="TEMP_Z_ORDER_30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-436880" y="218440"/>
              <a:ext cx="5913120" cy="15240"/>
            </a:xfrm>
            <a:prstGeom prst="rect">
              <a:avLst/>
            </a:prstGeom>
          </p:spPr>
        </p:pic>
        <p:sp>
          <p:nvSpPr>
            <p:cNvPr id="85" name="Text 21" descr="TEMP_Z_ORDER_31"/>
            <p:cNvSpPr/>
            <p:nvPr>
              <p:custDataLst>
                <p:tags r:id="rId49"/>
              </p:custDataLst>
            </p:nvPr>
          </p:nvSpPr>
          <p:spPr>
            <a:xfrm>
              <a:off x="-436880" y="264160"/>
              <a:ext cx="737553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桂城街道</a:t>
              </a:r>
              <a:endParaRPr lang="en-US" sz="1440"/>
            </a:p>
          </p:txBody>
        </p:sp>
        <p:sp>
          <p:nvSpPr>
            <p:cNvPr id="86" name="Text 22" descr="TEMP_Z_ORDER_32"/>
            <p:cNvSpPr/>
            <p:nvPr>
              <p:custDataLst>
                <p:tags r:id="rId50"/>
              </p:custDataLst>
            </p:nvPr>
          </p:nvSpPr>
          <p:spPr>
            <a:xfrm>
              <a:off x="1938718" y="26416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4174</a:t>
              </a:r>
              <a:endParaRPr lang="en-US" sz="1440"/>
            </a:p>
          </p:txBody>
        </p:sp>
        <p:sp>
          <p:nvSpPr>
            <p:cNvPr id="87" name="Text 23" descr="TEMP_Z_ORDER_33"/>
            <p:cNvSpPr/>
            <p:nvPr>
              <p:custDataLst>
                <p:tags r:id="rId51"/>
              </p:custDataLst>
            </p:nvPr>
          </p:nvSpPr>
          <p:spPr>
            <a:xfrm>
              <a:off x="3570017" y="2641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7</a:t>
              </a:r>
              <a:endParaRPr lang="en-US" sz="1440"/>
            </a:p>
          </p:txBody>
        </p:sp>
        <p:sp>
          <p:nvSpPr>
            <p:cNvPr id="88" name="Text 24" descr="TEMP_Z_ORDER_34"/>
            <p:cNvSpPr/>
            <p:nvPr>
              <p:custDataLst>
                <p:tags r:id="rId52"/>
              </p:custDataLst>
            </p:nvPr>
          </p:nvSpPr>
          <p:spPr>
            <a:xfrm>
              <a:off x="4160520" y="26416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0.88</a:t>
              </a:r>
              <a:endParaRPr lang="en-US" sz="1440"/>
            </a:p>
          </p:txBody>
        </p:sp>
        <p:pic>
          <p:nvPicPr>
            <p:cNvPr id="89" name="Image 10" descr="TEMP_Z_ORDER_35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3"/>
            <a:stretch>
              <a:fillRect/>
            </a:stretch>
          </p:blipFill>
          <p:spPr>
            <a:xfrm>
              <a:off x="4866640" y="248920"/>
              <a:ext cx="426720" cy="274320"/>
            </a:xfrm>
            <a:prstGeom prst="rect">
              <a:avLst/>
            </a:prstGeom>
          </p:spPr>
        </p:pic>
        <p:sp>
          <p:nvSpPr>
            <p:cNvPr id="90" name="Text 25" descr="TEMP_Z_ORDER_36"/>
            <p:cNvSpPr/>
            <p:nvPr>
              <p:custDataLst>
                <p:tags r:id="rId55"/>
              </p:custDataLst>
            </p:nvPr>
          </p:nvSpPr>
          <p:spPr>
            <a:xfrm>
              <a:off x="4992378" y="27940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高</a:t>
              </a:r>
              <a:endParaRPr lang="en-US" sz="1440"/>
            </a:p>
          </p:txBody>
        </p:sp>
        <p:sp>
          <p:nvSpPr>
            <p:cNvPr id="91" name="Text 26" descr="TEMP_Z_ORDER_37"/>
            <p:cNvSpPr/>
            <p:nvPr>
              <p:custDataLst>
                <p:tags r:id="rId56"/>
              </p:custDataLst>
            </p:nvPr>
          </p:nvSpPr>
          <p:spPr>
            <a:xfrm>
              <a:off x="-436880" y="44704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西樵镇</a:t>
              </a:r>
              <a:endParaRPr lang="en-US" sz="1440"/>
            </a:p>
          </p:txBody>
        </p:sp>
        <p:sp>
          <p:nvSpPr>
            <p:cNvPr id="92" name="Text 27" descr="TEMP_Z_ORDER_38"/>
            <p:cNvSpPr/>
            <p:nvPr>
              <p:custDataLst>
                <p:tags r:id="rId57"/>
              </p:custDataLst>
            </p:nvPr>
          </p:nvSpPr>
          <p:spPr>
            <a:xfrm>
              <a:off x="1938718" y="44704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1055</a:t>
              </a:r>
              <a:endParaRPr lang="en-US" sz="1440"/>
            </a:p>
          </p:txBody>
        </p:sp>
        <p:sp>
          <p:nvSpPr>
            <p:cNvPr id="93" name="Text 28" descr="TEMP_Z_ORDER_39"/>
            <p:cNvSpPr/>
            <p:nvPr>
              <p:custDataLst>
                <p:tags r:id="rId58"/>
              </p:custDataLst>
            </p:nvPr>
          </p:nvSpPr>
          <p:spPr>
            <a:xfrm>
              <a:off x="3570017" y="4470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94" name="Text 29" descr="TEMP_Z_ORDER_40"/>
            <p:cNvSpPr/>
            <p:nvPr>
              <p:custDataLst>
                <p:tags r:id="rId59"/>
              </p:custDataLst>
            </p:nvPr>
          </p:nvSpPr>
          <p:spPr>
            <a:xfrm>
              <a:off x="4160520" y="44704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0.69</a:t>
              </a:r>
              <a:endParaRPr lang="en-US" sz="1440"/>
            </a:p>
          </p:txBody>
        </p:sp>
        <p:pic>
          <p:nvPicPr>
            <p:cNvPr id="95" name="Image 11" descr="TEMP_Z_ORDER_41"/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4866640" y="431800"/>
              <a:ext cx="426720" cy="274320"/>
            </a:xfrm>
            <a:prstGeom prst="rect">
              <a:avLst/>
            </a:prstGeom>
          </p:spPr>
        </p:pic>
        <p:sp>
          <p:nvSpPr>
            <p:cNvPr id="96" name="Text 30" descr="TEMP_Z_ORDER_42"/>
            <p:cNvSpPr/>
            <p:nvPr>
              <p:custDataLst>
                <p:tags r:id="rId63"/>
              </p:custDataLst>
            </p:nvPr>
          </p:nvSpPr>
          <p:spPr>
            <a:xfrm>
              <a:off x="4992378" y="46228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97" name="Text 31" descr="TEMP_Z_ORDER_43"/>
            <p:cNvSpPr/>
            <p:nvPr>
              <p:custDataLst>
                <p:tags r:id="rId64"/>
              </p:custDataLst>
            </p:nvPr>
          </p:nvSpPr>
          <p:spPr>
            <a:xfrm>
              <a:off x="-436880" y="62992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大沥镇</a:t>
              </a:r>
              <a:endParaRPr lang="en-US" sz="1440"/>
            </a:p>
          </p:txBody>
        </p:sp>
        <p:sp>
          <p:nvSpPr>
            <p:cNvPr id="98" name="Text 32" descr="TEMP_Z_ORDER_44"/>
            <p:cNvSpPr/>
            <p:nvPr>
              <p:custDataLst>
                <p:tags r:id="rId65"/>
              </p:custDataLst>
            </p:nvPr>
          </p:nvSpPr>
          <p:spPr>
            <a:xfrm>
              <a:off x="1938718" y="62992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2080</a:t>
              </a:r>
              <a:endParaRPr lang="en-US" sz="1440"/>
            </a:p>
          </p:txBody>
        </p:sp>
        <p:sp>
          <p:nvSpPr>
            <p:cNvPr id="99" name="Text 33" descr="TEMP_Z_ORDER_45"/>
            <p:cNvSpPr/>
            <p:nvPr>
              <p:custDataLst>
                <p:tags r:id="rId66"/>
              </p:custDataLst>
            </p:nvPr>
          </p:nvSpPr>
          <p:spPr>
            <a:xfrm>
              <a:off x="3570017" y="62992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</a:t>
              </a:r>
              <a:endParaRPr lang="en-US" sz="1440"/>
            </a:p>
          </p:txBody>
        </p:sp>
        <p:sp>
          <p:nvSpPr>
            <p:cNvPr id="100" name="Text 34" descr="TEMP_Z_ORDER_46"/>
            <p:cNvSpPr/>
            <p:nvPr>
              <p:custDataLst>
                <p:tags r:id="rId67"/>
              </p:custDataLst>
            </p:nvPr>
          </p:nvSpPr>
          <p:spPr>
            <a:xfrm>
              <a:off x="4160520" y="62992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0.66</a:t>
              </a:r>
              <a:endParaRPr lang="en-US" sz="1440"/>
            </a:p>
          </p:txBody>
        </p:sp>
        <p:pic>
          <p:nvPicPr>
            <p:cNvPr id="101" name="Image 12" descr="TEMP_Z_ORDER_47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4866640" y="614680"/>
              <a:ext cx="426720" cy="274320"/>
            </a:xfrm>
            <a:prstGeom prst="rect">
              <a:avLst/>
            </a:prstGeom>
          </p:spPr>
        </p:pic>
        <p:sp>
          <p:nvSpPr>
            <p:cNvPr id="102" name="Text 35" descr="TEMP_Z_ORDER_48"/>
            <p:cNvSpPr/>
            <p:nvPr>
              <p:custDataLst>
                <p:tags r:id="rId69"/>
              </p:custDataLst>
            </p:nvPr>
          </p:nvSpPr>
          <p:spPr>
            <a:xfrm>
              <a:off x="4992378" y="64516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03" name="Text 36" descr="TEMP_Z_ORDER_49"/>
            <p:cNvSpPr/>
            <p:nvPr>
              <p:custDataLst>
                <p:tags r:id="rId70"/>
              </p:custDataLst>
            </p:nvPr>
          </p:nvSpPr>
          <p:spPr>
            <a:xfrm>
              <a:off x="-436880" y="81280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里水镇</a:t>
              </a:r>
              <a:endParaRPr lang="en-US" sz="1440"/>
            </a:p>
          </p:txBody>
        </p:sp>
        <p:sp>
          <p:nvSpPr>
            <p:cNvPr id="104" name="Text 37" descr="TEMP_Z_ORDER_50"/>
            <p:cNvSpPr/>
            <p:nvPr>
              <p:custDataLst>
                <p:tags r:id="rId71"/>
              </p:custDataLst>
            </p:nvPr>
          </p:nvSpPr>
          <p:spPr>
            <a:xfrm>
              <a:off x="1938718" y="81280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2625</a:t>
              </a:r>
              <a:endParaRPr lang="en-US" sz="1440"/>
            </a:p>
          </p:txBody>
        </p:sp>
        <p:sp>
          <p:nvSpPr>
            <p:cNvPr id="105" name="Text 38" descr="TEMP_Z_ORDER_51"/>
            <p:cNvSpPr/>
            <p:nvPr>
              <p:custDataLst>
                <p:tags r:id="rId72"/>
              </p:custDataLst>
            </p:nvPr>
          </p:nvSpPr>
          <p:spPr>
            <a:xfrm>
              <a:off x="3570017" y="81280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106" name="Text 39" descr="TEMP_Z_ORDER_52"/>
            <p:cNvSpPr/>
            <p:nvPr>
              <p:custDataLst>
                <p:tags r:id="rId73"/>
              </p:custDataLst>
            </p:nvPr>
          </p:nvSpPr>
          <p:spPr>
            <a:xfrm>
              <a:off x="4160520" y="81280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0.65</a:t>
              </a:r>
              <a:endParaRPr lang="en-US" sz="1440"/>
            </a:p>
          </p:txBody>
        </p:sp>
        <p:pic>
          <p:nvPicPr>
            <p:cNvPr id="107" name="Image 13" descr="TEMP_Z_ORDER_53"/>
            <p:cNvPicPr>
              <a:picLocks noChangeAspect="1"/>
            </p:cNvPicPr>
            <p:nvPr>
              <p:custDataLst>
                <p:tags r:id="rId74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4866640" y="797560"/>
              <a:ext cx="426720" cy="274320"/>
            </a:xfrm>
            <a:prstGeom prst="rect">
              <a:avLst/>
            </a:prstGeom>
          </p:spPr>
        </p:pic>
        <p:sp>
          <p:nvSpPr>
            <p:cNvPr id="108" name="Text 40" descr="TEMP_Z_ORDER_54"/>
            <p:cNvSpPr/>
            <p:nvPr>
              <p:custDataLst>
                <p:tags r:id="rId75"/>
              </p:custDataLst>
            </p:nvPr>
          </p:nvSpPr>
          <p:spPr>
            <a:xfrm>
              <a:off x="4992378" y="82804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09" name="Text 41" descr="TEMP_Z_ORDER_55"/>
            <p:cNvSpPr/>
            <p:nvPr>
              <p:custDataLst>
                <p:tags r:id="rId76"/>
              </p:custDataLst>
            </p:nvPr>
          </p:nvSpPr>
          <p:spPr>
            <a:xfrm>
              <a:off x="-436880" y="99568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狮山镇</a:t>
              </a:r>
              <a:endParaRPr lang="en-US" sz="1440"/>
            </a:p>
          </p:txBody>
        </p:sp>
        <p:sp>
          <p:nvSpPr>
            <p:cNvPr id="110" name="Text 42" descr="TEMP_Z_ORDER_56"/>
            <p:cNvSpPr/>
            <p:nvPr>
              <p:custDataLst>
                <p:tags r:id="rId77"/>
              </p:custDataLst>
            </p:nvPr>
          </p:nvSpPr>
          <p:spPr>
            <a:xfrm>
              <a:off x="1938718" y="99568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2233</a:t>
              </a:r>
              <a:endParaRPr lang="en-US" sz="1440"/>
            </a:p>
          </p:txBody>
        </p:sp>
        <p:sp>
          <p:nvSpPr>
            <p:cNvPr id="111" name="Text 43" descr="TEMP_Z_ORDER_57"/>
            <p:cNvSpPr/>
            <p:nvPr>
              <p:custDataLst>
                <p:tags r:id="rId78"/>
              </p:custDataLst>
            </p:nvPr>
          </p:nvSpPr>
          <p:spPr>
            <a:xfrm>
              <a:off x="3570017" y="99568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112" name="Text 44" descr="TEMP_Z_ORDER_58"/>
            <p:cNvSpPr/>
            <p:nvPr>
              <p:custDataLst>
                <p:tags r:id="rId79"/>
              </p:custDataLst>
            </p:nvPr>
          </p:nvSpPr>
          <p:spPr>
            <a:xfrm>
              <a:off x="4160520" y="99568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0.63</a:t>
              </a:r>
              <a:endParaRPr lang="en-US" sz="1440"/>
            </a:p>
          </p:txBody>
        </p:sp>
        <p:pic>
          <p:nvPicPr>
            <p:cNvPr id="113" name="Image 14" descr="TEMP_Z_ORDER_59"/>
            <p:cNvPicPr>
              <a:picLocks noChangeAspect="1"/>
            </p:cNvPicPr>
            <p:nvPr>
              <p:custDataLst>
                <p:tags r:id="rId80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4866640" y="980440"/>
              <a:ext cx="426720" cy="274320"/>
            </a:xfrm>
            <a:prstGeom prst="rect">
              <a:avLst/>
            </a:prstGeom>
          </p:spPr>
        </p:pic>
        <p:sp>
          <p:nvSpPr>
            <p:cNvPr id="114" name="Text 45" descr="TEMP_Z_ORDER_60"/>
            <p:cNvSpPr/>
            <p:nvPr>
              <p:custDataLst>
                <p:tags r:id="rId81"/>
              </p:custDataLst>
            </p:nvPr>
          </p:nvSpPr>
          <p:spPr>
            <a:xfrm>
              <a:off x="4992378" y="101092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15" name="Text 46" descr="TEMP_Z_ORDER_61"/>
            <p:cNvSpPr/>
            <p:nvPr>
              <p:custDataLst>
                <p:tags r:id="rId82"/>
              </p:custDataLst>
            </p:nvPr>
          </p:nvSpPr>
          <p:spPr>
            <a:xfrm>
              <a:off x="-436880" y="117856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丹灶镇</a:t>
              </a:r>
              <a:endParaRPr lang="en-US" sz="1440"/>
            </a:p>
          </p:txBody>
        </p:sp>
        <p:sp>
          <p:nvSpPr>
            <p:cNvPr id="116" name="Text 47" descr="TEMP_Z_ORDER_62"/>
            <p:cNvSpPr/>
            <p:nvPr>
              <p:custDataLst>
                <p:tags r:id="rId83"/>
              </p:custDataLst>
            </p:nvPr>
          </p:nvSpPr>
          <p:spPr>
            <a:xfrm>
              <a:off x="1938718" y="117856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1086</a:t>
              </a:r>
              <a:endParaRPr lang="en-US" sz="1440"/>
            </a:p>
          </p:txBody>
        </p:sp>
        <p:sp>
          <p:nvSpPr>
            <p:cNvPr id="117" name="Text 48" descr="TEMP_Z_ORDER_63"/>
            <p:cNvSpPr/>
            <p:nvPr>
              <p:custDataLst>
                <p:tags r:id="rId84"/>
              </p:custDataLst>
            </p:nvPr>
          </p:nvSpPr>
          <p:spPr>
            <a:xfrm>
              <a:off x="3570017" y="11785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118" name="Text 49" descr="TEMP_Z_ORDER_64"/>
            <p:cNvSpPr/>
            <p:nvPr>
              <p:custDataLst>
                <p:tags r:id="rId85"/>
              </p:custDataLst>
            </p:nvPr>
          </p:nvSpPr>
          <p:spPr>
            <a:xfrm>
              <a:off x="4160520" y="117856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0.44</a:t>
              </a:r>
              <a:endParaRPr lang="en-US" sz="1440"/>
            </a:p>
          </p:txBody>
        </p:sp>
        <p:pic>
          <p:nvPicPr>
            <p:cNvPr id="119" name="Image 15" descr="TEMP_Z_ORDER_65"/>
            <p:cNvPicPr>
              <a:picLocks noChangeAspect="1"/>
            </p:cNvPicPr>
            <p:nvPr>
              <p:custDataLst>
                <p:tags r:id="rId88"/>
              </p:custDataLst>
            </p:nvPr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4866640" y="1163320"/>
              <a:ext cx="426720" cy="274320"/>
            </a:xfrm>
            <a:prstGeom prst="rect">
              <a:avLst/>
            </a:prstGeom>
          </p:spPr>
        </p:pic>
        <p:sp>
          <p:nvSpPr>
            <p:cNvPr id="120" name="Text 50" descr="TEMP_Z_ORDER_66"/>
            <p:cNvSpPr/>
            <p:nvPr>
              <p:custDataLst>
                <p:tags r:id="rId89"/>
              </p:custDataLst>
            </p:nvPr>
          </p:nvSpPr>
          <p:spPr>
            <a:xfrm>
              <a:off x="4992378" y="119380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C2410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低</a:t>
              </a:r>
              <a:endParaRPr lang="en-US" sz="1440"/>
            </a:p>
          </p:txBody>
        </p:sp>
        <p:sp>
          <p:nvSpPr>
            <p:cNvPr id="121" name="Text 51" descr="TEMP_Z_ORDER_67"/>
            <p:cNvSpPr/>
            <p:nvPr>
              <p:custDataLst>
                <p:tags r:id="rId90"/>
              </p:custDataLst>
            </p:nvPr>
          </p:nvSpPr>
          <p:spPr>
            <a:xfrm>
              <a:off x="-436880" y="136144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九江镇</a:t>
              </a:r>
              <a:endParaRPr lang="en-US" sz="1440"/>
            </a:p>
          </p:txBody>
        </p:sp>
        <p:sp>
          <p:nvSpPr>
            <p:cNvPr id="122" name="Text 52" descr="TEMP_Z_ORDER_68"/>
            <p:cNvSpPr/>
            <p:nvPr>
              <p:custDataLst>
                <p:tags r:id="rId91"/>
              </p:custDataLst>
            </p:nvPr>
          </p:nvSpPr>
          <p:spPr>
            <a:xfrm>
              <a:off x="2055765" y="1361440"/>
              <a:ext cx="351139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259</a:t>
              </a:r>
              <a:endParaRPr lang="en-US" sz="1440"/>
            </a:p>
          </p:txBody>
        </p:sp>
        <p:sp>
          <p:nvSpPr>
            <p:cNvPr id="123" name="Text 53" descr="TEMP_Z_ORDER_69"/>
            <p:cNvSpPr/>
            <p:nvPr>
              <p:custDataLst>
                <p:tags r:id="rId92"/>
              </p:custDataLst>
            </p:nvPr>
          </p:nvSpPr>
          <p:spPr>
            <a:xfrm>
              <a:off x="3570017" y="13614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124" name="Text 54" descr="TEMP_Z_ORDER_70"/>
            <p:cNvSpPr/>
            <p:nvPr>
              <p:custDataLst>
                <p:tags r:id="rId93"/>
              </p:custDataLst>
            </p:nvPr>
          </p:nvSpPr>
          <p:spPr>
            <a:xfrm>
              <a:off x="4160520" y="136144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0.40</a:t>
              </a:r>
              <a:endParaRPr lang="en-US" sz="1440"/>
            </a:p>
          </p:txBody>
        </p:sp>
        <p:pic>
          <p:nvPicPr>
            <p:cNvPr id="125" name="Image 16" descr="TEMP_Z_ORDER_71"/>
            <p:cNvPicPr>
              <a:picLocks noChangeAspect="1"/>
            </p:cNvPicPr>
            <p:nvPr>
              <p:custDataLst>
                <p:tags r:id="rId94"/>
              </p:custDataLst>
            </p:nvPr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4866640" y="1346200"/>
              <a:ext cx="426720" cy="274320"/>
            </a:xfrm>
            <a:prstGeom prst="rect">
              <a:avLst/>
            </a:prstGeom>
          </p:spPr>
        </p:pic>
        <p:sp>
          <p:nvSpPr>
            <p:cNvPr id="126" name="Text 55" descr="TEMP_Z_ORDER_72"/>
            <p:cNvSpPr/>
            <p:nvPr>
              <p:custDataLst>
                <p:tags r:id="rId95"/>
              </p:custDataLst>
            </p:nvPr>
          </p:nvSpPr>
          <p:spPr>
            <a:xfrm>
              <a:off x="4992378" y="137668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C2410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低</a:t>
              </a:r>
              <a:endParaRPr lang="en-US" sz="1440"/>
            </a:p>
          </p:txBody>
        </p:sp>
      </p:grpSp>
      <p:sp>
        <p:nvSpPr>
          <p:cNvPr id="75" name="Text 56"/>
          <p:cNvSpPr/>
          <p:nvPr>
            <p:custDataLst>
              <p:tags r:id="rId96"/>
            </p:custDataLst>
          </p:nvPr>
        </p:nvSpPr>
        <p:spPr>
          <a:xfrm>
            <a:off x="487680" y="426720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非遗与文旅 POI 耦合分析</a:t>
            </a:r>
            <a:endParaRPr lang="en-US" sz="276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5" name="" title=""/>
          <p:cNvGrpSpPr/>
          <p:nvPr>
            <p:custDataLst>
              <p:tags r:id="rId8"/>
            </p:custDataLst>
          </p:nvPr>
        </p:nvGrpSpPr>
        <p:grpSpPr>
          <a:xfrm>
            <a:off x="752412" y="1535580"/>
            <a:ext cx="842683" cy="842683"/>
            <a:chOff x="-635000" y="-635000"/>
            <a:chExt cx="842683" cy="842683"/>
          </a:xfrm>
        </p:grpSpPr>
        <p:pic>
          <p:nvPicPr>
            <p:cNvPr id="36" name="Image 2" descr="TEMP_Z_ORDER_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pSp>
        <p:nvGrpSpPr>
          <p:cNvPr id="27" name="" title=""/>
          <p:cNvGrpSpPr/>
          <p:nvPr>
            <p:custDataLst>
              <p:tags r:id="rId11"/>
            </p:custDataLst>
          </p:nvPr>
        </p:nvGrpSpPr>
        <p:grpSpPr>
          <a:xfrm>
            <a:off x="752412" y="3085653"/>
            <a:ext cx="842683" cy="842683"/>
            <a:chOff x="-635000" y="-635000"/>
            <a:chExt cx="842683" cy="842683"/>
          </a:xfrm>
        </p:grpSpPr>
        <p:pic>
          <p:nvPicPr>
            <p:cNvPr id="28" name="Image 3" descr="TEMP_Z_ORDER_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pSp>
        <p:nvGrpSpPr>
          <p:cNvPr id="19" name="" title=""/>
          <p:cNvGrpSpPr/>
          <p:nvPr>
            <p:custDataLst>
              <p:tags r:id="rId14"/>
            </p:custDataLst>
          </p:nvPr>
        </p:nvGrpSpPr>
        <p:grpSpPr>
          <a:xfrm>
            <a:off x="752412" y="4653698"/>
            <a:ext cx="842683" cy="842683"/>
            <a:chOff x="-635000" y="-635000"/>
            <a:chExt cx="842683" cy="842683"/>
          </a:xfrm>
        </p:grpSpPr>
        <p:pic>
          <p:nvPicPr>
            <p:cNvPr id="20" name="Image 4" descr="TEMP_Z_ORDER_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17"/>
            </p:custDataLst>
            <p:extLst>
              <p:ext uri="{D42A27DB-BD31-4B8C-83A1-F6EECF244321}">
                <p14:modId val="1579011935"/>
              </p:ext>
            </p:extLst>
          </p:nvPr>
        </p:nvGraphicFramePr>
        <p:xfrm>
          <a:off x="4928516" y="1598800"/>
          <a:ext cx="6656399" cy="4267200"/>
        </p:xfrm>
        <a:graphic>
          <a:graphicData uri="http://schemas.openxmlformats.org/drawingml/2006/table">
            <a:tbl>
              <a:tblPr/>
              <a:tblGrid>
                <a:gridCol w="1239467"/>
                <a:gridCol w="1652623"/>
                <a:gridCol w="1499603"/>
                <a:gridCol w="2264706"/>
              </a:tblGrid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FFFFFF"/>
                          </a:solidFill>
                        </a:rPr>
                        <a:t>镇街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FFFFFF"/>
                          </a:solidFill>
                        </a:rPr>
                        <a:t>文旅POI数量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FFFFFF"/>
                          </a:solidFill>
                        </a:rPr>
                        <a:t>占七镇比例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FFFFFF"/>
                          </a:solidFill>
                        </a:rPr>
                        <a:t>非遗项目数（项）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桂城街道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4174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约30.9%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里水镇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2625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约19.4%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狮山镇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2233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约16.5%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大沥镇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2080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约15.4%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丹灶镇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1086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约8.0%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西樵镇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1055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约7.8%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</a:tr>
              <a:tr h="533400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九江镇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259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约1.9%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9" name="" title=""/>
          <p:cNvGrpSpPr/>
          <p:nvPr>
            <p:custDataLst>
              <p:tags r:id="rId18"/>
            </p:custDataLst>
          </p:nvPr>
        </p:nvGrpSpPr>
        <p:grpSpPr>
          <a:xfrm>
            <a:off x="842411" y="3132453"/>
            <a:ext cx="671827" cy="749083"/>
            <a:chOff x="-635000" y="-635000"/>
            <a:chExt cx="671827" cy="749083"/>
          </a:xfrm>
        </p:grpSpPr>
        <p:sp>
          <p:nvSpPr>
            <p:cNvPr id="30" name="Text 0" descr="TEMP_Z_ORDER_6"/>
            <p:cNvSpPr/>
            <p:nvPr>
              <p:custDataLst>
                <p:tags r:id="rId19"/>
              </p:custDataLst>
            </p:nvPr>
          </p:nvSpPr>
          <p:spPr>
            <a:xfrm>
              <a:off x="-546006" y="-472874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02</a:t>
              </a:r>
              <a:endParaRPr lang="en-US" sz="2760"/>
            </a:p>
          </p:txBody>
        </p:sp>
      </p:grpSp>
      <p:grpSp>
        <p:nvGrpSpPr>
          <p:cNvPr id="21" name="" title=""/>
          <p:cNvGrpSpPr/>
          <p:nvPr>
            <p:custDataLst>
              <p:tags r:id="rId20"/>
            </p:custDataLst>
          </p:nvPr>
        </p:nvGrpSpPr>
        <p:grpSpPr>
          <a:xfrm>
            <a:off x="842411" y="4700498"/>
            <a:ext cx="671827" cy="749083"/>
            <a:chOff x="-635000" y="-635000"/>
            <a:chExt cx="671827" cy="749083"/>
          </a:xfrm>
        </p:grpSpPr>
        <p:sp>
          <p:nvSpPr>
            <p:cNvPr id="22" name="Text 1" descr="TEMP_Z_ORDER_7"/>
            <p:cNvSpPr/>
            <p:nvPr>
              <p:custDataLst>
                <p:tags r:id="rId21"/>
              </p:custDataLst>
            </p:nvPr>
          </p:nvSpPr>
          <p:spPr>
            <a:xfrm>
              <a:off x="-546006" y="-472873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03</a:t>
              </a:r>
              <a:endParaRPr lang="en-US" sz="2760"/>
            </a:p>
          </p:txBody>
        </p:sp>
      </p:grpSp>
      <p:grpSp>
        <p:nvGrpSpPr>
          <p:cNvPr id="37" name="" title=""/>
          <p:cNvGrpSpPr/>
          <p:nvPr>
            <p:custDataLst>
              <p:tags r:id="rId22"/>
            </p:custDataLst>
          </p:nvPr>
        </p:nvGrpSpPr>
        <p:grpSpPr>
          <a:xfrm>
            <a:off x="842411" y="1582380"/>
            <a:ext cx="3665061" cy="749083"/>
            <a:chOff x="-546006" y="-472874"/>
            <a:chExt cx="3576067" cy="424830"/>
          </a:xfrm>
        </p:grpSpPr>
        <p:sp>
          <p:nvSpPr>
            <p:cNvPr id="38" name="Text 2" descr="TEMP_Z_ORDER_8"/>
            <p:cNvSpPr/>
            <p:nvPr>
              <p:custDataLst>
                <p:tags r:id="rId23"/>
              </p:custDataLst>
            </p:nvPr>
          </p:nvSpPr>
          <p:spPr>
            <a:xfrm>
              <a:off x="-546006" y="-472874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01</a:t>
              </a:r>
              <a:endParaRPr lang="en-US" sz="2760"/>
            </a:p>
          </p:txBody>
        </p:sp>
        <p:sp>
          <p:nvSpPr>
            <p:cNvPr id="39" name="Text 3" descr="TEMP_Z_ORDER_9"/>
            <p:cNvSpPr/>
            <p:nvPr>
              <p:custDataLst>
                <p:tags r:id="rId24"/>
              </p:custDataLst>
            </p:nvPr>
          </p:nvSpPr>
          <p:spPr>
            <a:xfrm>
              <a:off x="320163" y="-350426"/>
              <a:ext cx="2709898" cy="1769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POI分布区域</a:t>
              </a:r>
              <a:endParaRPr lang="en-US" sz="1920"/>
            </a:p>
          </p:txBody>
        </p:sp>
      </p:grpSp>
      <p:grpSp>
        <p:nvGrpSpPr>
          <p:cNvPr id="23" name="" title=""/>
          <p:cNvGrpSpPr/>
          <p:nvPr>
            <p:custDataLst>
              <p:tags r:id="rId25"/>
            </p:custDataLst>
          </p:nvPr>
        </p:nvGrpSpPr>
        <p:grpSpPr>
          <a:xfrm>
            <a:off x="1799014" y="5331171"/>
            <a:ext cx="2707019" cy="554355"/>
            <a:chOff x="-635000" y="-635000"/>
            <a:chExt cx="2707019" cy="554355"/>
          </a:xfrm>
        </p:grpSpPr>
        <p:sp>
          <p:nvSpPr>
            <p:cNvPr id="24" name="Text 4" descr="TEMP_Z_ORDER_10"/>
            <p:cNvSpPr/>
            <p:nvPr>
              <p:custDataLst>
                <p:tags r:id="rId26"/>
              </p:custDataLst>
            </p:nvPr>
          </p:nvSpPr>
          <p:spPr>
            <a:xfrm>
              <a:off x="-635000" y="-635000"/>
              <a:ext cx="2707019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供给（文化）与需求（游览）空间不同步</a:t>
              </a:r>
              <a:endParaRPr lang="en-US" sz="1680"/>
            </a:p>
          </p:txBody>
        </p:sp>
      </p:grpSp>
      <p:sp>
        <p:nvSpPr>
          <p:cNvPr id="13" name="Text 5"/>
          <p:cNvSpPr/>
          <p:nvPr>
            <p:custDataLst>
              <p:tags r:id="rId27"/>
            </p:custDataLst>
          </p:nvPr>
        </p:nvSpPr>
        <p:spPr>
          <a:xfrm>
            <a:off x="487680" y="426958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文旅 POI 与非遗空间格局</a:t>
            </a:r>
            <a:endParaRPr lang="en-US" sz="2760"/>
          </a:p>
        </p:txBody>
      </p:sp>
      <p:grpSp>
        <p:nvGrpSpPr>
          <p:cNvPr id="25" name="" title=""/>
          <p:cNvGrpSpPr/>
          <p:nvPr>
            <p:custDataLst>
              <p:tags r:id="rId28"/>
            </p:custDataLst>
          </p:nvPr>
        </p:nvGrpSpPr>
        <p:grpSpPr>
          <a:xfrm>
            <a:off x="1797574" y="4934990"/>
            <a:ext cx="2709898" cy="316944"/>
            <a:chOff x="-635000" y="-635000"/>
            <a:chExt cx="2709898" cy="316944"/>
          </a:xfrm>
        </p:grpSpPr>
        <p:sp>
          <p:nvSpPr>
            <p:cNvPr id="26" name="Text 6" descr="TEMP_Z_ORDER_12"/>
            <p:cNvSpPr/>
            <p:nvPr>
              <p:custDataLst>
                <p:tags r:id="rId29"/>
              </p:custDataLst>
            </p:nvPr>
          </p:nvSpPr>
          <p:spPr>
            <a:xfrm>
              <a:off x="-635000" y="-632554"/>
              <a:ext cx="2709898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空间错位结论</a:t>
              </a:r>
              <a:endParaRPr lang="en-US" sz="1920"/>
            </a:p>
          </p:txBody>
        </p:sp>
      </p:grpSp>
      <p:grpSp>
        <p:nvGrpSpPr>
          <p:cNvPr id="31" name="" title=""/>
          <p:cNvGrpSpPr/>
          <p:nvPr>
            <p:custDataLst>
              <p:tags r:id="rId30"/>
            </p:custDataLst>
          </p:nvPr>
        </p:nvGrpSpPr>
        <p:grpSpPr>
          <a:xfrm>
            <a:off x="1797574" y="3365015"/>
            <a:ext cx="2709898" cy="316944"/>
            <a:chOff x="-635000" y="-635000"/>
            <a:chExt cx="2709898" cy="316944"/>
          </a:xfrm>
        </p:grpSpPr>
        <p:sp>
          <p:nvSpPr>
            <p:cNvPr id="32" name="Text 7" descr="TEMP_Z_ORDER_13"/>
            <p:cNvSpPr/>
            <p:nvPr>
              <p:custDataLst>
                <p:tags r:id="rId31"/>
              </p:custDataLst>
            </p:nvPr>
          </p:nvSpPr>
          <p:spPr>
            <a:xfrm>
              <a:off x="-635000" y="-632554"/>
              <a:ext cx="2709898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非遗分布区域</a:t>
              </a:r>
              <a:endParaRPr lang="en-US" sz="1920"/>
            </a:p>
          </p:txBody>
        </p:sp>
      </p:grpSp>
      <p:grpSp>
        <p:nvGrpSpPr>
          <p:cNvPr id="40" name="" title=""/>
          <p:cNvGrpSpPr/>
          <p:nvPr>
            <p:custDataLst>
              <p:tags r:id="rId32"/>
            </p:custDataLst>
          </p:nvPr>
        </p:nvGrpSpPr>
        <p:grpSpPr>
          <a:xfrm>
            <a:off x="1799014" y="2193150"/>
            <a:ext cx="2707019" cy="277178"/>
            <a:chOff x="-635000" y="-635000"/>
            <a:chExt cx="2707019" cy="277178"/>
          </a:xfrm>
        </p:grpSpPr>
        <p:sp>
          <p:nvSpPr>
            <p:cNvPr id="41" name="Text 8" descr="TEMP_Z_ORDER_14"/>
            <p:cNvSpPr/>
            <p:nvPr>
              <p:custDataLst>
                <p:tags r:id="rId33"/>
              </p:custDataLst>
            </p:nvPr>
          </p:nvSpPr>
          <p:spPr>
            <a:xfrm>
              <a:off x="-635000" y="-635000"/>
              <a:ext cx="2707019" cy="2730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桂城—大沥—狮山</a:t>
              </a:r>
              <a:endParaRPr lang="en-US" sz="1680"/>
            </a:p>
          </p:txBody>
        </p:sp>
      </p:grpSp>
      <p:grpSp>
        <p:nvGrpSpPr>
          <p:cNvPr id="33" name="" title=""/>
          <p:cNvGrpSpPr/>
          <p:nvPr>
            <p:custDataLst>
              <p:tags r:id="rId34"/>
            </p:custDataLst>
          </p:nvPr>
        </p:nvGrpSpPr>
        <p:grpSpPr>
          <a:xfrm>
            <a:off x="1799014" y="3761196"/>
            <a:ext cx="2707019" cy="277178"/>
            <a:chOff x="-635000" y="-635000"/>
            <a:chExt cx="2707019" cy="277178"/>
          </a:xfrm>
        </p:grpSpPr>
        <p:sp>
          <p:nvSpPr>
            <p:cNvPr id="34" name="Text 9" descr="TEMP_Z_ORDER_15"/>
            <p:cNvSpPr/>
            <p:nvPr>
              <p:custDataLst>
                <p:tags r:id="rId35"/>
              </p:custDataLst>
            </p:nvPr>
          </p:nvSpPr>
          <p:spPr>
            <a:xfrm>
              <a:off x="-635000" y="-635000"/>
              <a:ext cx="2707019" cy="2730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西樵—九江—丹灶</a:t>
              </a:r>
              <a:endParaRPr lang="en-US" sz="168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0" name="" title=""/>
          <p:cNvGrpSpPr/>
          <p:nvPr>
            <p:custDataLst>
              <p:tags r:id="rId8"/>
            </p:custDataLst>
          </p:nvPr>
        </p:nvGrpSpPr>
        <p:grpSpPr>
          <a:xfrm>
            <a:off x="609600" y="1371600"/>
            <a:ext cx="6309360" cy="5181600"/>
            <a:chOff x="-635000" y="-635000"/>
            <a:chExt cx="6309360" cy="5181600"/>
          </a:xfrm>
        </p:grpSpPr>
        <p:pic>
          <p:nvPicPr>
            <p:cNvPr id="21" name="Image 2" descr="TEMP_Z_ORDER_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5181600"/>
            </a:xfrm>
            <a:prstGeom prst="rect">
              <a:avLst/>
            </a:prstGeom>
          </p:spPr>
        </p:pic>
        <p:sp>
          <p:nvSpPr>
            <p:cNvPr id="22" name="Text 0" descr="TEMP_Z_ORDER_3"/>
            <p:cNvSpPr/>
            <p:nvPr>
              <p:custDataLst>
                <p:tags r:id="rId12"/>
              </p:custDataLst>
            </p:nvPr>
          </p:nvSpPr>
          <p:spPr>
            <a:xfrm>
              <a:off x="-391160" y="-391160"/>
              <a:ext cx="5830824" cy="38562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核心发现</a:t>
              </a:r>
              <a:endParaRPr lang="en-US" sz="2040"/>
            </a:p>
          </p:txBody>
        </p:sp>
        <p:pic>
          <p:nvPicPr>
            <p:cNvPr id="23" name="Image 3" descr="TEMP_Z_ORDER_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477520"/>
              <a:ext cx="304800" cy="304800"/>
            </a:xfrm>
            <a:prstGeom prst="rect">
              <a:avLst/>
            </a:prstGeom>
          </p:spPr>
        </p:pic>
        <p:sp>
          <p:nvSpPr>
            <p:cNvPr id="24" name="Text 1" descr="TEMP_Z_ORDER_5"/>
            <p:cNvSpPr/>
            <p:nvPr>
              <p:custDataLst>
                <p:tags r:id="rId16"/>
              </p:custDataLst>
            </p:nvPr>
          </p:nvSpPr>
          <p:spPr>
            <a:xfrm>
              <a:off x="-292711" y="5232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25" name="Text 2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35560" y="447040"/>
              <a:ext cx="5404104" cy="5574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谱系对齐：16 对强耦合以传承基地/馆园为主；9 对错位、14 项缺失 A、6 处缺失 B（上列 JSON 计数）。</a:t>
              </a:r>
              <a:endParaRPr lang="en-US" sz="1560"/>
            </a:p>
          </p:txBody>
        </p:sp>
        <p:pic>
          <p:nvPicPr>
            <p:cNvPr id="26" name="Image 4" descr="TEMP_Z_ORDER_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1681480"/>
              <a:ext cx="304800" cy="304800"/>
            </a:xfrm>
            <a:prstGeom prst="rect">
              <a:avLst/>
            </a:prstGeom>
          </p:spPr>
        </p:pic>
        <p:sp>
          <p:nvSpPr>
            <p:cNvPr id="27" name="Text 3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292711" y="172720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28" name="Text 4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35560" y="1681480"/>
              <a:ext cx="5404104" cy="5574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镇街差异：桂城协调度最高；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九江最低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（低度）；其余见 P11 D 表（同一 JSON 中 `coordination_by_town`）。</a:t>
              </a:r>
              <a:endParaRPr lang="en-US" sz="1560"/>
            </a:p>
          </p:txBody>
        </p:sp>
        <p:pic>
          <p:nvPicPr>
            <p:cNvPr id="29" name="Image 5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3190240"/>
              <a:ext cx="304800" cy="304800"/>
            </a:xfrm>
            <a:prstGeom prst="rect">
              <a:avLst/>
            </a:prstGeom>
          </p:spPr>
        </p:pic>
        <p:sp>
          <p:nvSpPr>
            <p:cNvPr id="30" name="Text 5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292711" y="32359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31" name="Text 6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35560" y="3190240"/>
              <a:ext cx="5404104" cy="8409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空间验证：POI 热区与非遗热区分离（P12）；九江非遗子集 5 项 vs POI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259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、占七镇合计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约 1.92%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（259/13512），文化和旅游倒挂典型。</a:t>
              </a:r>
              <a:endParaRPr lang="en-US" sz="1560"/>
            </a:p>
          </p:txBody>
        </p:sp>
      </p:grpSp>
      <p:grpSp>
        <p:nvGrpSpPr>
          <p:cNvPr id="32" name="" title=""/>
          <p:cNvGrpSpPr/>
          <p:nvPr>
            <p:custDataLst>
              <p:tags r:id="rId24"/>
            </p:custDataLst>
          </p:nvPr>
        </p:nvGrpSpPr>
        <p:grpSpPr>
          <a:xfrm>
            <a:off x="7147561" y="1371600"/>
            <a:ext cx="4434840" cy="5181600"/>
            <a:chOff x="-635000" y="-635000"/>
            <a:chExt cx="4434840" cy="5181600"/>
          </a:xfrm>
        </p:grpSpPr>
        <p:pic>
          <p:nvPicPr>
            <p:cNvPr id="33" name="Image 6" descr="TEMP_Z_ORDER_1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34840" cy="5181600"/>
            </a:xfrm>
            <a:prstGeom prst="rect">
              <a:avLst/>
            </a:prstGeom>
          </p:spPr>
        </p:pic>
        <p:sp>
          <p:nvSpPr>
            <p:cNvPr id="34" name="Text 7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391160" y="-391160"/>
              <a:ext cx="3956304" cy="36296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995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策略表</a:t>
              </a:r>
              <a:endParaRPr lang="en-US" sz="1920"/>
            </a:p>
          </p:txBody>
        </p:sp>
      </p:grpSp>
      <p:graphicFrame>
        <p:nvGraphicFramePr>
          <p:cNvPr id="19" name="Table 0"/>
          <p:cNvGraphicFramePr>
            <a:graphicFrameLocks noGrp="1"/>
          </p:cNvGraphicFramePr>
          <p:nvPr>
            <p:custDataLst>
              <p:tags r:id="rId29"/>
            </p:custDataLst>
            <p:extLst>
              <p:ext uri="{D42A27DB-BD31-4B8C-83A1-F6EECF244321}">
                <p14:modId val="1579011935"/>
              </p:ext>
            </p:extLst>
          </p:nvPr>
        </p:nvGraphicFramePr>
        <p:xfrm>
          <a:off x="7391400" y="2179320"/>
          <a:ext cx="3947160" cy="4145280"/>
        </p:xfrm>
        <a:graphic>
          <a:graphicData uri="http://schemas.openxmlformats.org/drawingml/2006/table">
            <a:tbl>
              <a:tblPr/>
              <a:tblGrid>
                <a:gridCol w="933243"/>
                <a:gridCol w="3013917"/>
              </a:tblGrid>
              <a:tr h="103632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策略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要点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转化缺失A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洪拳、煎堆、鱼花等传习/展陈/体验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补足缺失B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千灯湖等定点非遗展演、叙事补全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片区联动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西樵书院课程；九江美食集群；古村连片线路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8"/>
          <p:cNvSpPr/>
          <p:nvPr>
            <p:custDataLst>
              <p:tags r:id="rId30"/>
            </p:custDataLst>
          </p:nvPr>
        </p:nvSpPr>
        <p:spPr>
          <a:xfrm>
            <a:off x="487680" y="426720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核心发现与优化建议</a:t>
            </a:r>
            <a:endParaRPr lang="en-US" sz="276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76446" y="1351172"/>
            <a:ext cx="4879912" cy="4704829"/>
          </a:xfrm>
          <a:prstGeom prst="rect">
            <a:avLst/>
          </a:prstGeom>
        </p:spPr>
      </p:pic>
      <p:pic>
        <p:nvPicPr>
          <p:cNvPr id="5" name="Image 3" descr="https://test.web.static.jianzeppt.com/ppt-temp-img3/d55cd55be17a848354a6b9ddd551d6cb.png?x-oss-process=image/resize,w_1440,h_800,m_lfit/format,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09376" y="1351173"/>
            <a:ext cx="5562470" cy="4704828"/>
          </a:xfrm>
          <a:prstGeom prst="rect">
            <a:avLst/>
          </a:prstGeom>
        </p:spPr>
      </p:pic>
      <p:grpSp>
        <p:nvGrpSpPr>
          <p:cNvPr id="22" name="" title=""/>
          <p:cNvGrpSpPr/>
          <p:nvPr>
            <p:custDataLst>
              <p:tags r:id="rId12"/>
            </p:custDataLst>
          </p:nvPr>
        </p:nvGrpSpPr>
        <p:grpSpPr>
          <a:xfrm>
            <a:off x="1048551" y="4226076"/>
            <a:ext cx="351576" cy="364057"/>
            <a:chOff x="-635000" y="-635000"/>
            <a:chExt cx="351576" cy="364057"/>
          </a:xfrm>
        </p:grpSpPr>
        <p:sp>
          <p:nvSpPr>
            <p:cNvPr id="23" name="Text 0" descr="TEMP_Z_ORDER_4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429704" cy="3694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2400" b="1">
                  <a:solidFill>
                    <a:srgbClr val="5A0767"/>
                  </a:solidFill>
                </a:rPr>
                <a:t>04</a:t>
              </a:r>
              <a:endParaRPr lang="en-US" sz="2400"/>
            </a:p>
          </p:txBody>
        </p:sp>
      </p:grpSp>
      <p:grpSp>
        <p:nvGrpSpPr>
          <p:cNvPr id="28" name="" title=""/>
          <p:cNvGrpSpPr/>
          <p:nvPr>
            <p:custDataLst>
              <p:tags r:id="rId14"/>
            </p:custDataLst>
          </p:nvPr>
        </p:nvGrpSpPr>
        <p:grpSpPr>
          <a:xfrm>
            <a:off x="1048551" y="5109264"/>
            <a:ext cx="351576" cy="364057"/>
            <a:chOff x="-635000" y="-635000"/>
            <a:chExt cx="351576" cy="364057"/>
          </a:xfrm>
        </p:grpSpPr>
        <p:sp>
          <p:nvSpPr>
            <p:cNvPr id="29" name="Text 1" descr="TEMP_Z_ORDER_5"/>
            <p:cNvSpPr/>
            <p:nvPr>
              <p:custDataLst>
                <p:tags r:id="rId15"/>
              </p:custDataLst>
            </p:nvPr>
          </p:nvSpPr>
          <p:spPr>
            <a:xfrm>
              <a:off x="-635000" y="-635000"/>
              <a:ext cx="429704" cy="3694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2400" b="1">
                  <a:solidFill>
                    <a:srgbClr val="5A0767"/>
                  </a:solidFill>
                </a:rPr>
                <a:t>05</a:t>
              </a:r>
              <a:endParaRPr lang="en-US" sz="2400"/>
            </a:p>
          </p:txBody>
        </p:sp>
      </p:grpSp>
      <p:grpSp>
        <p:nvGrpSpPr>
          <p:cNvPr id="45" name="" title=""/>
          <p:cNvGrpSpPr/>
          <p:nvPr>
            <p:custDataLst>
              <p:tags r:id="rId16"/>
            </p:custDataLst>
          </p:nvPr>
        </p:nvGrpSpPr>
        <p:grpSpPr>
          <a:xfrm>
            <a:off x="1048551" y="2459700"/>
            <a:ext cx="351576" cy="364057"/>
            <a:chOff x="-635000" y="-635000"/>
            <a:chExt cx="351576" cy="364057"/>
          </a:xfrm>
        </p:grpSpPr>
        <p:sp>
          <p:nvSpPr>
            <p:cNvPr id="46" name="Text 2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429704" cy="3694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2400" b="1">
                  <a:solidFill>
                    <a:srgbClr val="5A0767"/>
                  </a:solidFill>
                </a:rPr>
                <a:t>02</a:t>
              </a:r>
              <a:endParaRPr lang="en-US" sz="2400"/>
            </a:p>
          </p:txBody>
        </p:sp>
      </p:grpSp>
      <p:grpSp>
        <p:nvGrpSpPr>
          <p:cNvPr id="34" name="" title=""/>
          <p:cNvGrpSpPr/>
          <p:nvPr>
            <p:custDataLst>
              <p:tags r:id="rId18"/>
            </p:custDataLst>
          </p:nvPr>
        </p:nvGrpSpPr>
        <p:grpSpPr>
          <a:xfrm>
            <a:off x="1048551" y="3342888"/>
            <a:ext cx="351576" cy="364057"/>
            <a:chOff x="-635000" y="-635000"/>
            <a:chExt cx="351576" cy="364057"/>
          </a:xfrm>
        </p:grpSpPr>
        <p:sp>
          <p:nvSpPr>
            <p:cNvPr id="35" name="Text 3" descr="TEMP_Z_ORDER_7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429704" cy="3694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2400" b="1">
                  <a:solidFill>
                    <a:srgbClr val="5A0767"/>
                  </a:solidFill>
                </a:rPr>
                <a:t>03</a:t>
              </a:r>
              <a:endParaRPr lang="en-US" sz="2400"/>
            </a:p>
          </p:txBody>
        </p:sp>
      </p:grpSp>
      <p:grpSp>
        <p:nvGrpSpPr>
          <p:cNvPr id="40" name="" title=""/>
          <p:cNvGrpSpPr/>
          <p:nvPr>
            <p:custDataLst>
              <p:tags r:id="rId20"/>
            </p:custDataLst>
          </p:nvPr>
        </p:nvGrpSpPr>
        <p:grpSpPr>
          <a:xfrm>
            <a:off x="1048551" y="1576512"/>
            <a:ext cx="351576" cy="364057"/>
            <a:chOff x="-635000" y="-635000"/>
            <a:chExt cx="351576" cy="364057"/>
          </a:xfrm>
        </p:grpSpPr>
        <p:sp>
          <p:nvSpPr>
            <p:cNvPr id="41" name="Text 4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429704" cy="3694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2400" b="1">
                  <a:solidFill>
                    <a:srgbClr val="5A0767"/>
                  </a:solidFill>
                </a:rPr>
                <a:t>01</a:t>
              </a:r>
              <a:endParaRPr lang="en-US" sz="2400"/>
            </a:p>
          </p:txBody>
        </p:sp>
      </p:grpSp>
      <p:grpSp>
        <p:nvGrpSpPr>
          <p:cNvPr id="36" name="" title=""/>
          <p:cNvGrpSpPr/>
          <p:nvPr>
            <p:custDataLst>
              <p:tags r:id="rId22"/>
            </p:custDataLst>
          </p:nvPr>
        </p:nvGrpSpPr>
        <p:grpSpPr>
          <a:xfrm>
            <a:off x="1049672" y="3767638"/>
            <a:ext cx="4816769" cy="316706"/>
            <a:chOff x="-635000" y="-635000"/>
            <a:chExt cx="4816769" cy="316706"/>
          </a:xfrm>
        </p:grpSpPr>
        <p:sp>
          <p:nvSpPr>
            <p:cNvPr id="37" name="Text 5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-635000" y="-633908"/>
              <a:ext cx="4816769" cy="3145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工作内容：毕业论文撰写与图表定稿。
产出：初稿。</a:t>
              </a:r>
              <a:endParaRPr lang="en-US" sz="960"/>
            </a:p>
          </p:txBody>
        </p:sp>
      </p:grpSp>
      <p:grpSp>
        <p:nvGrpSpPr>
          <p:cNvPr id="47" name="" title=""/>
          <p:cNvGrpSpPr/>
          <p:nvPr>
            <p:custDataLst>
              <p:tags r:id="rId24"/>
            </p:custDataLst>
          </p:nvPr>
        </p:nvGrpSpPr>
        <p:grpSpPr>
          <a:xfrm>
            <a:off x="1575998" y="2489046"/>
            <a:ext cx="4296367" cy="316944"/>
            <a:chOff x="-635000" y="-635000"/>
            <a:chExt cx="4296367" cy="316944"/>
          </a:xfrm>
        </p:grpSpPr>
        <p:sp>
          <p:nvSpPr>
            <p:cNvPr id="48" name="Text 6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-635000" y="-632554"/>
              <a:ext cx="429636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4月中旬：方案设计</a:t>
              </a:r>
              <a:endParaRPr lang="en-US" sz="1920"/>
            </a:p>
          </p:txBody>
        </p:sp>
      </p:grpSp>
      <p:grpSp>
        <p:nvGrpSpPr>
          <p:cNvPr id="24" name="" title=""/>
          <p:cNvGrpSpPr/>
          <p:nvPr>
            <p:custDataLst>
              <p:tags r:id="rId26"/>
            </p:custDataLst>
          </p:nvPr>
        </p:nvGrpSpPr>
        <p:grpSpPr>
          <a:xfrm>
            <a:off x="1049674" y="4650826"/>
            <a:ext cx="4816768" cy="316706"/>
            <a:chOff x="-635000" y="-635000"/>
            <a:chExt cx="4816768" cy="316706"/>
          </a:xfrm>
        </p:grpSpPr>
        <p:sp>
          <p:nvSpPr>
            <p:cNvPr id="25" name="Text 7" descr="TEMP_Z_ORDER_11"/>
            <p:cNvSpPr/>
            <p:nvPr>
              <p:custDataLst>
                <p:tags r:id="rId27"/>
              </p:custDataLst>
            </p:nvPr>
          </p:nvSpPr>
          <p:spPr>
            <a:xfrm>
              <a:off x="-635000" y="-633908"/>
              <a:ext cx="4816768" cy="3145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工作内容：查重、降重与修改。
产出：修改稿、最终稿。</a:t>
              </a:r>
              <a:endParaRPr lang="en-US" sz="960"/>
            </a:p>
          </p:txBody>
        </p:sp>
      </p:grpSp>
      <p:grpSp>
        <p:nvGrpSpPr>
          <p:cNvPr id="30" name="" title=""/>
          <p:cNvGrpSpPr/>
          <p:nvPr>
            <p:custDataLst>
              <p:tags r:id="rId28"/>
            </p:custDataLst>
          </p:nvPr>
        </p:nvGrpSpPr>
        <p:grpSpPr>
          <a:xfrm>
            <a:off x="1575998" y="5138609"/>
            <a:ext cx="4296367" cy="316944"/>
            <a:chOff x="-635000" y="-635000"/>
            <a:chExt cx="4296367" cy="316944"/>
          </a:xfrm>
        </p:grpSpPr>
        <p:sp>
          <p:nvSpPr>
            <p:cNvPr id="31" name="Text 8" descr="TEMP_Z_ORDER_12"/>
            <p:cNvSpPr/>
            <p:nvPr>
              <p:custDataLst>
                <p:tags r:id="rId29"/>
              </p:custDataLst>
            </p:nvPr>
          </p:nvSpPr>
          <p:spPr>
            <a:xfrm>
              <a:off x="-635000" y="-632554"/>
              <a:ext cx="429636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5月下旬：答辩归档</a:t>
              </a:r>
              <a:endParaRPr lang="en-US" sz="1920"/>
            </a:p>
          </p:txBody>
        </p:sp>
      </p:grpSp>
      <p:grpSp>
        <p:nvGrpSpPr>
          <p:cNvPr id="38" name="" title=""/>
          <p:cNvGrpSpPr/>
          <p:nvPr>
            <p:custDataLst>
              <p:tags r:id="rId30"/>
            </p:custDataLst>
          </p:nvPr>
        </p:nvGrpSpPr>
        <p:grpSpPr>
          <a:xfrm>
            <a:off x="1575998" y="3372233"/>
            <a:ext cx="4296367" cy="316944"/>
            <a:chOff x="-635000" y="-635000"/>
            <a:chExt cx="4296367" cy="316944"/>
          </a:xfrm>
        </p:grpSpPr>
        <p:sp>
          <p:nvSpPr>
            <p:cNvPr id="39" name="Text 9" descr="TEMP_Z_ORDER_13"/>
            <p:cNvSpPr/>
            <p:nvPr>
              <p:custDataLst>
                <p:tags r:id="rId31"/>
              </p:custDataLst>
            </p:nvPr>
          </p:nvSpPr>
          <p:spPr>
            <a:xfrm>
              <a:off x="-635000" y="-632554"/>
              <a:ext cx="429636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4月下旬—5月上旬：论文撰写</a:t>
              </a:r>
              <a:endParaRPr lang="en-US" sz="1920"/>
            </a:p>
          </p:txBody>
        </p:sp>
      </p:grpSp>
      <p:grpSp>
        <p:nvGrpSpPr>
          <p:cNvPr id="42" name="" title=""/>
          <p:cNvGrpSpPr/>
          <p:nvPr>
            <p:custDataLst>
              <p:tags r:id="rId32"/>
            </p:custDataLst>
          </p:nvPr>
        </p:nvGrpSpPr>
        <p:grpSpPr>
          <a:xfrm>
            <a:off x="1049674" y="1605859"/>
            <a:ext cx="4822691" cy="712110"/>
            <a:chOff x="-635000" y="-635000"/>
            <a:chExt cx="4822691" cy="711018"/>
          </a:xfrm>
        </p:grpSpPr>
        <p:sp>
          <p:nvSpPr>
            <p:cNvPr id="43" name="Text 10" descr="TEMP_Z_ORDER_14"/>
            <p:cNvSpPr/>
            <p:nvPr>
              <p:custDataLst>
                <p:tags r:id="rId33"/>
              </p:custDataLst>
            </p:nvPr>
          </p:nvSpPr>
          <p:spPr>
            <a:xfrm>
              <a:off x="-635000" y="-238504"/>
              <a:ext cx="4816768" cy="3145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工作内容：知识图谱补全与子图分析。
产出：查询样例与图表。</a:t>
              </a:r>
              <a:endParaRPr lang="en-US" sz="960"/>
            </a:p>
          </p:txBody>
        </p:sp>
        <p:sp>
          <p:nvSpPr>
            <p:cNvPr id="44" name="Text 11" descr="TEMP_Z_ORDER_15"/>
            <p:cNvSpPr/>
            <p:nvPr>
              <p:custDataLst>
                <p:tags r:id="rId34"/>
              </p:custDataLst>
            </p:nvPr>
          </p:nvSpPr>
          <p:spPr>
            <a:xfrm>
              <a:off x="-108676" y="-632315"/>
              <a:ext cx="4296367" cy="3115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4月上旬：图谱深化</a:t>
              </a:r>
              <a:endParaRPr lang="en-US" sz="1920"/>
            </a:p>
          </p:txBody>
        </p:sp>
      </p:grpSp>
      <p:grpSp>
        <p:nvGrpSpPr>
          <p:cNvPr id="32" name="" title=""/>
          <p:cNvGrpSpPr/>
          <p:nvPr>
            <p:custDataLst>
              <p:tags r:id="rId35"/>
            </p:custDataLst>
          </p:nvPr>
        </p:nvGrpSpPr>
        <p:grpSpPr>
          <a:xfrm>
            <a:off x="1049672" y="5534014"/>
            <a:ext cx="4816769" cy="316706"/>
            <a:chOff x="-635000" y="-635000"/>
            <a:chExt cx="4816769" cy="316706"/>
          </a:xfrm>
        </p:grpSpPr>
        <p:sp>
          <p:nvSpPr>
            <p:cNvPr id="33" name="Text 12" descr="TEMP_Z_ORDER_16"/>
            <p:cNvSpPr/>
            <p:nvPr>
              <p:custDataLst>
                <p:tags r:id="rId36"/>
              </p:custDataLst>
            </p:nvPr>
          </p:nvSpPr>
          <p:spPr>
            <a:xfrm>
              <a:off x="-635000" y="-633908"/>
              <a:ext cx="4816769" cy="3145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工作内容：答辩与材料归档。
产出：答辩稿。</a:t>
              </a:r>
              <a:endParaRPr lang="en-US" sz="960"/>
            </a:p>
          </p:txBody>
        </p:sp>
      </p:grpSp>
      <p:sp>
        <p:nvSpPr>
          <p:cNvPr id="19" name="Text 13"/>
          <p:cNvSpPr/>
          <p:nvPr>
            <p:custDataLst>
              <p:tags r:id="rId37"/>
            </p:custDataLst>
          </p:nvPr>
        </p:nvSpPr>
        <p:spPr>
          <a:xfrm>
            <a:off x="487680" y="426958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后续研究计划（2026）</a:t>
            </a:r>
            <a:endParaRPr lang="en-US" sz="2760"/>
          </a:p>
        </p:txBody>
      </p:sp>
      <p:grpSp>
        <p:nvGrpSpPr>
          <p:cNvPr id="49" name="" title=""/>
          <p:cNvGrpSpPr/>
          <p:nvPr>
            <p:custDataLst>
              <p:tags r:id="rId38"/>
            </p:custDataLst>
          </p:nvPr>
        </p:nvGrpSpPr>
        <p:grpSpPr>
          <a:xfrm>
            <a:off x="1049674" y="2884450"/>
            <a:ext cx="4816768" cy="316706"/>
            <a:chOff x="-635000" y="-635000"/>
            <a:chExt cx="4816768" cy="316706"/>
          </a:xfrm>
        </p:grpSpPr>
        <p:sp>
          <p:nvSpPr>
            <p:cNvPr id="50" name="Text 14" descr="TEMP_Z_ORDER_18"/>
            <p:cNvSpPr/>
            <p:nvPr>
              <p:custDataLst>
                <p:tags r:id="rId39"/>
              </p:custDataLst>
            </p:nvPr>
          </p:nvSpPr>
          <p:spPr>
            <a:xfrm>
              <a:off x="-635000" y="-633908"/>
              <a:ext cx="4816768" cy="3145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工作内容：文旅融合方案设计。
产出：2～3个主题方案（书面）。</a:t>
              </a:r>
              <a:endParaRPr lang="en-US" sz="960"/>
            </a:p>
          </p:txBody>
        </p:sp>
      </p:grpSp>
      <p:grpSp>
        <p:nvGrpSpPr>
          <p:cNvPr id="26" name="" title=""/>
          <p:cNvGrpSpPr/>
          <p:nvPr>
            <p:custDataLst>
              <p:tags r:id="rId40"/>
            </p:custDataLst>
          </p:nvPr>
        </p:nvGrpSpPr>
        <p:grpSpPr>
          <a:xfrm>
            <a:off x="1575998" y="4255421"/>
            <a:ext cx="4296367" cy="316944"/>
            <a:chOff x="-635000" y="-635000"/>
            <a:chExt cx="4296367" cy="316944"/>
          </a:xfrm>
        </p:grpSpPr>
        <p:sp>
          <p:nvSpPr>
            <p:cNvPr id="27" name="Text 15" descr="TEMP_Z_ORDER_19"/>
            <p:cNvSpPr/>
            <p:nvPr>
              <p:custDataLst>
                <p:tags r:id="rId41"/>
              </p:custDataLst>
            </p:nvPr>
          </p:nvSpPr>
          <p:spPr>
            <a:xfrm>
              <a:off x="-635000" y="-632554"/>
              <a:ext cx="429636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5月中旬：修改定稿</a:t>
              </a:r>
              <a:endParaRPr lang="en-US" sz="192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3" presetClass="entr" presetSubtype="16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</p:bldLst>
  </p:timing>
</p:sld>
</file>

<file path=ppt/tags/tag1.xml><?xml version="1.0" encoding="utf-8"?>
<p:tagLst xmlns:p="http://schemas.openxmlformats.org/presentationml/2006/main">
  <p:tag name="AS_UNIQUEID" val="268"/>
</p:tagLst>
</file>

<file path=ppt/tags/tag2.xml><?xml version="1.0" encoding="utf-8"?>
<p:tagLst xmlns:p="http://schemas.openxmlformats.org/presentationml/2006/main">
  <p:tag name="AS_UNIQUEID" val="269"/>
</p:tagLst>
</file>

<file path=ppt/tags/tag3.xml><?xml version="1.0" encoding="utf-8"?>
<p:tagLst xmlns:p="http://schemas.openxmlformats.org/presentationml/2006/main">
  <p:tag name="AS_UNIQUEID" val="270"/>
</p:tagLst>
</file>

<file path=ppt/tags/tag4.xml><?xml version="1.0" encoding="utf-8"?>
<p:tagLst xmlns:p="http://schemas.openxmlformats.org/presentationml/2006/main">
  <p:tag name="AS_UNIQUEID" val="271"/>
</p:tagLst>
</file>

<file path=ppt/tags/tag5.xml><?xml version="1.0" encoding="utf-8"?>
<p:tagLst xmlns:p="http://schemas.openxmlformats.org/presentationml/2006/main">
  <p:tag name="AS_UNIQUEID" val="272"/>
</p:tagLst>
</file>

<file path=ppt/tags/tag6.xml><?xml version="1.0" encoding="utf-8"?>
<p:tagLst xmlns:p="http://schemas.openxmlformats.org/presentationml/2006/main">
  <p:tag name="AS_UNIQUEID" val="273"/>
</p:tagLst>
</file>

<file path=ppt/tags/tag7.xml><?xml version="1.0" encoding="utf-8"?>
<p:tagLst xmlns:p="http://schemas.openxmlformats.org/presentationml/2006/main">
  <p:tag name="AS_UNIQUEID" val="274"/>
</p:tagLst>
</file>

<file path=ppt/tags/tag8.xml><?xml version="1.0" encoding="utf-8"?>
<p:tagLst xmlns:p="http://schemas.openxmlformats.org/presentationml/2006/main">
  <p:tag name="AS_UNIQUEID" val="275"/>
</p:tagLst>
</file>

<file path=ppt/tags/tag9.xml><?xml version="1.0" encoding="utf-8"?>
<p:tagLst xmlns:p="http://schemas.openxmlformats.org/presentationml/2006/main">
  <p:tag name="AS_UNIQUEID" val="276"/>
</p:tagLst>
</file>

<file path=ppt/tags/tag10.xml><?xml version="1.0" encoding="utf-8"?>
<p:tagLst xmlns:p="http://schemas.openxmlformats.org/presentationml/2006/main">
  <p:tag name="AS_UNIQUEID" val="277"/>
</p:tagLst>
</file>

<file path=ppt/tags/tag11.xml><?xml version="1.0" encoding="utf-8"?>
<p:tagLst xmlns:p="http://schemas.openxmlformats.org/presentationml/2006/main">
  <p:tag name="AS_UNIQUEID" val="278"/>
</p:tagLst>
</file>

<file path=ppt/tags/tag12.xml><?xml version="1.0" encoding="utf-8"?>
<p:tagLst xmlns:p="http://schemas.openxmlformats.org/presentationml/2006/main">
  <p:tag name="AS_UNIQUEID" val="279"/>
</p:tagLst>
</file>

<file path=ppt/tags/tag13.xml><?xml version="1.0" encoding="utf-8"?>
<p:tagLst xmlns:p="http://schemas.openxmlformats.org/presentationml/2006/main">
  <p:tag name="AS_UNIQUEID" val="280"/>
</p:tagLst>
</file>

<file path=ppt/tags/tag14.xml><?xml version="1.0" encoding="utf-8"?>
<p:tagLst xmlns:p="http://schemas.openxmlformats.org/presentationml/2006/main">
  <p:tag name="AS_UNIQUEID" val="281"/>
</p:tagLst>
</file>

<file path=ppt/tags/tag15.xml><?xml version="1.0" encoding="utf-8"?>
<p:tagLst xmlns:p="http://schemas.openxmlformats.org/presentationml/2006/main">
  <p:tag name="AS_UNIQUEID" val="0"/>
</p:tagLst>
</file>

<file path=ppt/tags/tag16.xml><?xml version="1.0" encoding="utf-8"?>
<p:tagLst xmlns:p="http://schemas.openxmlformats.org/presentationml/2006/main">
  <p:tag name="AS_UNIQUEID" val="1"/>
</p:tagLst>
</file>

<file path=ppt/tags/tag17.xml><?xml version="1.0" encoding="utf-8"?>
<p:tagLst xmlns:p="http://schemas.openxmlformats.org/presentationml/2006/main">
  <p:tag name="AS_UNIQUEID" val="145"/>
</p:tagLst>
</file>

<file path=ppt/tags/tag18.xml><?xml version="1.0" encoding="utf-8"?>
<p:tagLst xmlns:p="http://schemas.openxmlformats.org/presentationml/2006/main">
  <p:tag name="AS_UNIQUEID" val="142"/>
</p:tagLst>
</file>

<file path=ppt/tags/tag19.xml><?xml version="1.0" encoding="utf-8"?>
<p:tagLst xmlns:p="http://schemas.openxmlformats.org/presentationml/2006/main">
  <p:tag name="AS_UNIQUEID" val="143"/>
</p:tagLst>
</file>

<file path=ppt/tags/tag20.xml><?xml version="1.0" encoding="utf-8"?>
<p:tagLst xmlns:p="http://schemas.openxmlformats.org/presentationml/2006/main">
  <p:tag name="AS_UNIQUEID" val="144"/>
</p:tagLst>
</file>

<file path=ppt/tags/tag21.xml><?xml version="1.0" encoding="utf-8"?>
<p:tagLst xmlns:p="http://schemas.openxmlformats.org/presentationml/2006/main">
  <p:tag name="AS_UNIQUEID" val="146"/>
</p:tagLst>
</file>

<file path=ppt/tags/tag22.xml><?xml version="1.0" encoding="utf-8"?>
<p:tagLst xmlns:p="http://schemas.openxmlformats.org/presentationml/2006/main">
  <p:tag name="AS_UNIQUEID" val="124"/>
</p:tagLst>
</file>

<file path=ppt/tags/tag23.xml><?xml version="1.0" encoding="utf-8"?>
<p:tagLst xmlns:p="http://schemas.openxmlformats.org/presentationml/2006/main">
  <p:tag name="AS_UNIQUEID" val="125"/>
</p:tagLst>
</file>

<file path=ppt/tags/tag24.xml><?xml version="1.0" encoding="utf-8"?>
<p:tagLst xmlns:p="http://schemas.openxmlformats.org/presentationml/2006/main">
  <p:tag name="AS_UNIQUEID" val="126"/>
</p:tagLst>
</file>

<file path=ppt/tags/tag25.xml><?xml version="1.0" encoding="utf-8"?>
<p:tagLst xmlns:p="http://schemas.openxmlformats.org/presentationml/2006/main">
  <p:tag name="AS_UNIQUEID" val="127"/>
</p:tagLst>
</file>

<file path=ppt/tags/tag26.xml><?xml version="1.0" encoding="utf-8"?>
<p:tagLst xmlns:p="http://schemas.openxmlformats.org/presentationml/2006/main">
  <p:tag name="AS_UNIQUEID" val="128"/>
</p:tagLst>
</file>

<file path=ppt/tags/tag27.xml><?xml version="1.0" encoding="utf-8"?>
<p:tagLst xmlns:p="http://schemas.openxmlformats.org/presentationml/2006/main">
  <p:tag name="AS_UNIQUEID" val="129"/>
</p:tagLst>
</file>

<file path=ppt/tags/tag28.xml><?xml version="1.0" encoding="utf-8"?>
<p:tagLst xmlns:p="http://schemas.openxmlformats.org/presentationml/2006/main">
  <p:tag name="AS_UNIQUEID" val="130"/>
</p:tagLst>
</file>

<file path=ppt/tags/tag29.xml><?xml version="1.0" encoding="utf-8"?>
<p:tagLst xmlns:p="http://schemas.openxmlformats.org/presentationml/2006/main">
  <p:tag name="AS_UNIQUEID" val="131"/>
</p:tagLst>
</file>

<file path=ppt/tags/tag30.xml><?xml version="1.0" encoding="utf-8"?>
<p:tagLst xmlns:p="http://schemas.openxmlformats.org/presentationml/2006/main">
  <p:tag name="AS_UNIQUEID" val="132"/>
</p:tagLst>
</file>

<file path=ppt/tags/tag31.xml><?xml version="1.0" encoding="utf-8"?>
<p:tagLst xmlns:p="http://schemas.openxmlformats.org/presentationml/2006/main">
  <p:tag name="AS_UNIQUEID" val="133"/>
</p:tagLst>
</file>

<file path=ppt/tags/tag32.xml><?xml version="1.0" encoding="utf-8"?>
<p:tagLst xmlns:p="http://schemas.openxmlformats.org/presentationml/2006/main">
  <p:tag name="AS_UNIQUEID" val="134"/>
</p:tagLst>
</file>

<file path=ppt/tags/tag33.xml><?xml version="1.0" encoding="utf-8"?>
<p:tagLst xmlns:p="http://schemas.openxmlformats.org/presentationml/2006/main">
  <p:tag name="AS_UNIQUEID" val="135"/>
</p:tagLst>
</file>

<file path=ppt/tags/tag34.xml><?xml version="1.0" encoding="utf-8"?>
<p:tagLst xmlns:p="http://schemas.openxmlformats.org/presentationml/2006/main">
  <p:tag name="AS_UNIQUEID" val="136"/>
</p:tagLst>
</file>

<file path=ppt/tags/tag35.xml><?xml version="1.0" encoding="utf-8"?>
<p:tagLst xmlns:p="http://schemas.openxmlformats.org/presentationml/2006/main">
  <p:tag name="AS_UNIQUEID" val="137"/>
</p:tagLst>
</file>

<file path=ppt/tags/tag36.xml><?xml version="1.0" encoding="utf-8"?>
<p:tagLst xmlns:p="http://schemas.openxmlformats.org/presentationml/2006/main">
  <p:tag name="AS_UNIQUEID" val="138"/>
</p:tagLst>
</file>

<file path=ppt/tags/tag37.xml><?xml version="1.0" encoding="utf-8"?>
<p:tagLst xmlns:p="http://schemas.openxmlformats.org/presentationml/2006/main">
  <p:tag name="AS_UNIQUEID" val="139"/>
</p:tagLst>
</file>

<file path=ppt/tags/tag38.xml><?xml version="1.0" encoding="utf-8"?>
<p:tagLst xmlns:p="http://schemas.openxmlformats.org/presentationml/2006/main">
  <p:tag name="AS_UNIQUEID" val="140"/>
</p:tagLst>
</file>

<file path=ppt/tags/tag39.xml><?xml version="1.0" encoding="utf-8"?>
<p:tagLst xmlns:p="http://schemas.openxmlformats.org/presentationml/2006/main">
  <p:tag name="AS_UNIQUEID" val="141"/>
</p:tagLst>
</file>

<file path=ppt/tags/tag40.xml><?xml version="1.0" encoding="utf-8"?>
<p:tagLst xmlns:p="http://schemas.openxmlformats.org/presentationml/2006/main">
  <p:tag name="AS_UNIQUEID" val="147"/>
</p:tagLst>
</file>

<file path=ppt/tags/tag41.xml><?xml version="1.0" encoding="utf-8"?>
<p:tagLst xmlns:p="http://schemas.openxmlformats.org/presentationml/2006/main">
  <p:tag name="AS_UNIQUEID" val="74"/>
</p:tagLst>
</file>

<file path=ppt/tags/tag42.xml><?xml version="1.0" encoding="utf-8"?>
<p:tagLst xmlns:p="http://schemas.openxmlformats.org/presentationml/2006/main">
  <p:tag name="AS_UNIQUEID" val="75"/>
</p:tagLst>
</file>

<file path=ppt/tags/tag43.xml><?xml version="1.0" encoding="utf-8"?>
<p:tagLst xmlns:p="http://schemas.openxmlformats.org/presentationml/2006/main">
  <p:tag name="AS_UNIQUEID" val="76"/>
</p:tagLst>
</file>

<file path=ppt/tags/tag44.xml><?xml version="1.0" encoding="utf-8"?>
<p:tagLst xmlns:p="http://schemas.openxmlformats.org/presentationml/2006/main">
  <p:tag name="AS_UNIQUEID" val="77"/>
</p:tagLst>
</file>

<file path=ppt/tags/tag45.xml><?xml version="1.0" encoding="utf-8"?>
<p:tagLst xmlns:p="http://schemas.openxmlformats.org/presentationml/2006/main">
  <p:tag name="AS_UNIQUEID" val="78"/>
</p:tagLst>
</file>

<file path=ppt/tags/tag46.xml><?xml version="1.0" encoding="utf-8"?>
<p:tagLst xmlns:p="http://schemas.openxmlformats.org/presentationml/2006/main">
  <p:tag name="AS_UNIQUEID" val="79"/>
</p:tagLst>
</file>

<file path=ppt/tags/tag47.xml><?xml version="1.0" encoding="utf-8"?>
<p:tagLst xmlns:p="http://schemas.openxmlformats.org/presentationml/2006/main">
  <p:tag name="AS_UNIQUEID" val="80"/>
</p:tagLst>
</file>

<file path=ppt/tags/tag48.xml><?xml version="1.0" encoding="utf-8"?>
<p:tagLst xmlns:p="http://schemas.openxmlformats.org/presentationml/2006/main">
  <p:tag name="AS_UNIQUEID" val="81"/>
</p:tagLst>
</file>

<file path=ppt/tags/tag49.xml><?xml version="1.0" encoding="utf-8"?>
<p:tagLst xmlns:p="http://schemas.openxmlformats.org/presentationml/2006/main">
  <p:tag name="AS_UNIQUEID" val="82"/>
</p:tagLst>
</file>

<file path=ppt/tags/tag50.xml><?xml version="1.0" encoding="utf-8"?>
<p:tagLst xmlns:p="http://schemas.openxmlformats.org/presentationml/2006/main">
  <p:tag name="AS_UNIQUEID" val="83"/>
</p:tagLst>
</file>

<file path=ppt/tags/tag51.xml><?xml version="1.0" encoding="utf-8"?>
<p:tagLst xmlns:p="http://schemas.openxmlformats.org/presentationml/2006/main">
  <p:tag name="AS_UNIQUEID" val="84"/>
</p:tagLst>
</file>

<file path=ppt/tags/tag52.xml><?xml version="1.0" encoding="utf-8"?>
<p:tagLst xmlns:p="http://schemas.openxmlformats.org/presentationml/2006/main">
  <p:tag name="AS_UNIQUEID" val="85"/>
</p:tagLst>
</file>

<file path=ppt/tags/tag53.xml><?xml version="1.0" encoding="utf-8"?>
<p:tagLst xmlns:p="http://schemas.openxmlformats.org/presentationml/2006/main">
  <p:tag name="AS_UNIQUEID" val="86"/>
</p:tagLst>
</file>

<file path=ppt/tags/tag54.xml><?xml version="1.0" encoding="utf-8"?>
<p:tagLst xmlns:p="http://schemas.openxmlformats.org/presentationml/2006/main">
  <p:tag name="AS_UNIQUEID" val="87"/>
</p:tagLst>
</file>

<file path=ppt/tags/tag55.xml><?xml version="1.0" encoding="utf-8"?>
<p:tagLst xmlns:p="http://schemas.openxmlformats.org/presentationml/2006/main">
  <p:tag name="AS_UNIQUEID" val="88"/>
</p:tagLst>
</file>

<file path=ppt/tags/tag56.xml><?xml version="1.0" encoding="utf-8"?>
<p:tagLst xmlns:p="http://schemas.openxmlformats.org/presentationml/2006/main">
  <p:tag name="AS_UNIQUEID" val="89"/>
</p:tagLst>
</file>

<file path=ppt/tags/tag57.xml><?xml version="1.0" encoding="utf-8"?>
<p:tagLst xmlns:p="http://schemas.openxmlformats.org/presentationml/2006/main">
  <p:tag name="AS_UNIQUEID" val="90"/>
</p:tagLst>
</file>

<file path=ppt/tags/tag58.xml><?xml version="1.0" encoding="utf-8"?>
<p:tagLst xmlns:p="http://schemas.openxmlformats.org/presentationml/2006/main">
  <p:tag name="AS_UNIQUEID" val="91"/>
</p:tagLst>
</file>

<file path=ppt/tags/tag59.xml><?xml version="1.0" encoding="utf-8"?>
<p:tagLst xmlns:p="http://schemas.openxmlformats.org/presentationml/2006/main">
  <p:tag name="AS_UNIQUEID" val="92"/>
</p:tagLst>
</file>

<file path=ppt/tags/tag60.xml><?xml version="1.0" encoding="utf-8"?>
<p:tagLst xmlns:p="http://schemas.openxmlformats.org/presentationml/2006/main">
  <p:tag name="AS_UNIQUEID" val="93"/>
</p:tagLst>
</file>

<file path=ppt/tags/tag61.xml><?xml version="1.0" encoding="utf-8"?>
<p:tagLst xmlns:p="http://schemas.openxmlformats.org/presentationml/2006/main">
  <p:tag name="AS_UNIQUEID" val="94"/>
</p:tagLst>
</file>

<file path=ppt/tags/tag62.xml><?xml version="1.0" encoding="utf-8"?>
<p:tagLst xmlns:p="http://schemas.openxmlformats.org/presentationml/2006/main">
  <p:tag name="AS_UNIQUEID" val="95"/>
</p:tagLst>
</file>

<file path=ppt/tags/tag63.xml><?xml version="1.0" encoding="utf-8"?>
<p:tagLst xmlns:p="http://schemas.openxmlformats.org/presentationml/2006/main">
  <p:tag name="AS_UNIQUEID" val="96"/>
</p:tagLst>
</file>

<file path=ppt/tags/tag64.xml><?xml version="1.0" encoding="utf-8"?>
<p:tagLst xmlns:p="http://schemas.openxmlformats.org/presentationml/2006/main">
  <p:tag name="AS_UNIQUEID" val="97"/>
</p:tagLst>
</file>

<file path=ppt/tags/tag65.xml><?xml version="1.0" encoding="utf-8"?>
<p:tagLst xmlns:p="http://schemas.openxmlformats.org/presentationml/2006/main">
  <p:tag name="AS_UNIQUEID" val="98"/>
</p:tagLst>
</file>

<file path=ppt/tags/tag66.xml><?xml version="1.0" encoding="utf-8"?>
<p:tagLst xmlns:p="http://schemas.openxmlformats.org/presentationml/2006/main">
  <p:tag name="AS_UNIQUEID" val="99"/>
</p:tagLst>
</file>

<file path=ppt/tags/tag67.xml><?xml version="1.0" encoding="utf-8"?>
<p:tagLst xmlns:p="http://schemas.openxmlformats.org/presentationml/2006/main">
  <p:tag name="AS_UNIQUEID" val="100"/>
</p:tagLst>
</file>

<file path=ppt/tags/tag68.xml><?xml version="1.0" encoding="utf-8"?>
<p:tagLst xmlns:p="http://schemas.openxmlformats.org/presentationml/2006/main">
  <p:tag name="AS_UNIQUEID" val="101"/>
</p:tagLst>
</file>

<file path=ppt/tags/tag69.xml><?xml version="1.0" encoding="utf-8"?>
<p:tagLst xmlns:p="http://schemas.openxmlformats.org/presentationml/2006/main">
  <p:tag name="AS_UNIQUEID" val="102"/>
</p:tagLst>
</file>

<file path=ppt/tags/tag70.xml><?xml version="1.0" encoding="utf-8"?>
<p:tagLst xmlns:p="http://schemas.openxmlformats.org/presentationml/2006/main">
  <p:tag name="AS_UNIQUEID" val="103"/>
</p:tagLst>
</file>

<file path=ppt/tags/tag71.xml><?xml version="1.0" encoding="utf-8"?>
<p:tagLst xmlns:p="http://schemas.openxmlformats.org/presentationml/2006/main">
  <p:tag name="AS_UNIQUEID" val="104"/>
</p:tagLst>
</file>

<file path=ppt/tags/tag72.xml><?xml version="1.0" encoding="utf-8"?>
<p:tagLst xmlns:p="http://schemas.openxmlformats.org/presentationml/2006/main">
  <p:tag name="AS_UNIQUEID" val="105"/>
</p:tagLst>
</file>

<file path=ppt/tags/tag73.xml><?xml version="1.0" encoding="utf-8"?>
<p:tagLst xmlns:p="http://schemas.openxmlformats.org/presentationml/2006/main">
  <p:tag name="AS_UNIQUEID" val="106"/>
</p:tagLst>
</file>

<file path=ppt/tags/tag74.xml><?xml version="1.0" encoding="utf-8"?>
<p:tagLst xmlns:p="http://schemas.openxmlformats.org/presentationml/2006/main">
  <p:tag name="AS_UNIQUEID" val="107"/>
</p:tagLst>
</file>

<file path=ppt/tags/tag75.xml><?xml version="1.0" encoding="utf-8"?>
<p:tagLst xmlns:p="http://schemas.openxmlformats.org/presentationml/2006/main">
  <p:tag name="AS_UNIQUEID" val="108"/>
</p:tagLst>
</file>

<file path=ppt/tags/tag76.xml><?xml version="1.0" encoding="utf-8"?>
<p:tagLst xmlns:p="http://schemas.openxmlformats.org/presentationml/2006/main">
  <p:tag name="AS_UNIQUEID" val="109"/>
</p:tagLst>
</file>

<file path=ppt/tags/tag77.xml><?xml version="1.0" encoding="utf-8"?>
<p:tagLst xmlns:p="http://schemas.openxmlformats.org/presentationml/2006/main">
  <p:tag name="AS_UNIQUEID" val="110"/>
</p:tagLst>
</file>

<file path=ppt/tags/tag78.xml><?xml version="1.0" encoding="utf-8"?>
<p:tagLst xmlns:p="http://schemas.openxmlformats.org/presentationml/2006/main">
  <p:tag name="AS_UNIQUEID" val="111"/>
</p:tagLst>
</file>

<file path=ppt/tags/tag79.xml><?xml version="1.0" encoding="utf-8"?>
<p:tagLst xmlns:p="http://schemas.openxmlformats.org/presentationml/2006/main">
  <p:tag name="AS_UNIQUEID" val="112"/>
</p:tagLst>
</file>

<file path=ppt/tags/tag80.xml><?xml version="1.0" encoding="utf-8"?>
<p:tagLst xmlns:p="http://schemas.openxmlformats.org/presentationml/2006/main">
  <p:tag name="AS_UNIQUEID" val="113"/>
</p:tagLst>
</file>

<file path=ppt/tags/tag81.xml><?xml version="1.0" encoding="utf-8"?>
<p:tagLst xmlns:p="http://schemas.openxmlformats.org/presentationml/2006/main">
  <p:tag name="AS_UNIQUEID" val="114"/>
</p:tagLst>
</file>

<file path=ppt/tags/tag82.xml><?xml version="1.0" encoding="utf-8"?>
<p:tagLst xmlns:p="http://schemas.openxmlformats.org/presentationml/2006/main">
  <p:tag name="AS_UNIQUEID" val="115"/>
</p:tagLst>
</file>

<file path=ppt/tags/tag83.xml><?xml version="1.0" encoding="utf-8"?>
<p:tagLst xmlns:p="http://schemas.openxmlformats.org/presentationml/2006/main">
  <p:tag name="AS_UNIQUEID" val="116"/>
</p:tagLst>
</file>

<file path=ppt/tags/tag84.xml><?xml version="1.0" encoding="utf-8"?>
<p:tagLst xmlns:p="http://schemas.openxmlformats.org/presentationml/2006/main">
  <p:tag name="AS_UNIQUEID" val="117"/>
</p:tagLst>
</file>

<file path=ppt/tags/tag85.xml><?xml version="1.0" encoding="utf-8"?>
<p:tagLst xmlns:p="http://schemas.openxmlformats.org/presentationml/2006/main">
  <p:tag name="AS_UNIQUEID" val="118"/>
</p:tagLst>
</file>

<file path=ppt/tags/tag86.xml><?xml version="1.0" encoding="utf-8"?>
<p:tagLst xmlns:p="http://schemas.openxmlformats.org/presentationml/2006/main">
  <p:tag name="AS_UNIQUEID" val="119"/>
</p:tagLst>
</file>

<file path=ppt/tags/tag87.xml><?xml version="1.0" encoding="utf-8"?>
<p:tagLst xmlns:p="http://schemas.openxmlformats.org/presentationml/2006/main">
  <p:tag name="AS_UNIQUEID" val="120"/>
</p:tagLst>
</file>

<file path=ppt/tags/tag88.xml><?xml version="1.0" encoding="utf-8"?>
<p:tagLst xmlns:p="http://schemas.openxmlformats.org/presentationml/2006/main">
  <p:tag name="AS_UNIQUEID" val="121"/>
</p:tagLst>
</file>

<file path=ppt/tags/tag89.xml><?xml version="1.0" encoding="utf-8"?>
<p:tagLst xmlns:p="http://schemas.openxmlformats.org/presentationml/2006/main">
  <p:tag name="AS_UNIQUEID" val="122"/>
</p:tagLst>
</file>

<file path=ppt/tags/tag90.xml><?xml version="1.0" encoding="utf-8"?>
<p:tagLst xmlns:p="http://schemas.openxmlformats.org/presentationml/2006/main">
  <p:tag name="AS_UNIQUEID" val="123"/>
</p:tagLst>
</file>

<file path=ppt/tags/tag91.xml><?xml version="1.0" encoding="utf-8"?>
<p:tagLst xmlns:p="http://schemas.openxmlformats.org/presentationml/2006/main">
  <p:tag name="AS_UNIQUEID" val="73"/>
</p:tagLst>
</file>

<file path=ppt/tags/tag92.xml><?xml version="1.0" encoding="utf-8"?>
<p:tagLst xmlns:p="http://schemas.openxmlformats.org/presentationml/2006/main">
  <p:tag name="AS_UNIQUEID" val="282"/>
</p:tagLst>
</file>

<file path=ppt/tags/tag93.xml><?xml version="1.0" encoding="utf-8"?>
<p:tagLst xmlns:p="http://schemas.openxmlformats.org/presentationml/2006/main">
  <p:tag name="AS_UNIQUEID" val="283"/>
</p:tagLst>
</file>

<file path=ppt/tags/tag94.xml><?xml version="1.0" encoding="utf-8"?>
<p:tagLst xmlns:p="http://schemas.openxmlformats.org/presentationml/2006/main">
  <p:tag name="AS_UNIQUEID" val="284"/>
</p:tagLst>
</file>

<file path=ppt/tags/tag95.xml><?xml version="1.0" encoding="utf-8"?>
<p:tagLst xmlns:p="http://schemas.openxmlformats.org/presentationml/2006/main">
  <p:tag name="AS_UNIQUEID" val="285"/>
</p:tagLst>
</file>

<file path=ppt/tags/tag96.xml><?xml version="1.0" encoding="utf-8"?>
<p:tagLst xmlns:p="http://schemas.openxmlformats.org/presentationml/2006/main">
  <p:tag name="AS_UNIQUEID" val="286"/>
</p:tagLst>
</file>

<file path=ppt/tags/tag97.xml><?xml version="1.0" encoding="utf-8"?>
<p:tagLst xmlns:p="http://schemas.openxmlformats.org/presentationml/2006/main">
  <p:tag name="AS_UNIQUEID" val="148"/>
</p:tagLst>
</file>

<file path=ppt/tags/tag98.xml><?xml version="1.0" encoding="utf-8"?>
<p:tagLst xmlns:p="http://schemas.openxmlformats.org/presentationml/2006/main">
  <p:tag name="AS_UNIQUEID" val="149"/>
</p:tagLst>
</file>

<file path=ppt/tags/tag99.xml><?xml version="1.0" encoding="utf-8"?>
<p:tagLst xmlns:p="http://schemas.openxmlformats.org/presentationml/2006/main">
  <p:tag name="AS_UNIQUEID" val="176"/>
</p:tagLst>
</file>

<file path=ppt/tags/tag100.xml><?xml version="1.0" encoding="utf-8"?>
<p:tagLst xmlns:p="http://schemas.openxmlformats.org/presentationml/2006/main">
  <p:tag name="AS_UNIQUEID" val="172"/>
</p:tagLst>
</file>

<file path=ppt/tags/tag101.xml><?xml version="1.0" encoding="utf-8"?>
<p:tagLst xmlns:p="http://schemas.openxmlformats.org/presentationml/2006/main">
  <p:tag name="AS_UNIQUEID" val="177"/>
</p:tagLst>
</file>

<file path=ppt/tags/tag102.xml><?xml version="1.0" encoding="utf-8"?>
<p:tagLst xmlns:p="http://schemas.openxmlformats.org/presentationml/2006/main">
  <p:tag name="AS_UNIQUEID" val="168"/>
</p:tagLst>
</file>

<file path=ppt/tags/tag103.xml><?xml version="1.0" encoding="utf-8"?>
<p:tagLst xmlns:p="http://schemas.openxmlformats.org/presentationml/2006/main">
  <p:tag name="AS_UNIQUEID" val="178"/>
</p:tagLst>
</file>

<file path=ppt/tags/tag104.xml><?xml version="1.0" encoding="utf-8"?>
<p:tagLst xmlns:p="http://schemas.openxmlformats.org/presentationml/2006/main">
  <p:tag name="AS_UNIQUEID" val="164"/>
</p:tagLst>
</file>

<file path=ppt/tags/tag105.xml><?xml version="1.0" encoding="utf-8"?>
<p:tagLst xmlns:p="http://schemas.openxmlformats.org/presentationml/2006/main">
  <p:tag name="AS_UNIQUEID" val="153"/>
</p:tagLst>
</file>

<file path=ppt/tags/tag106.xml><?xml version="1.0" encoding="utf-8"?>
<p:tagLst xmlns:p="http://schemas.openxmlformats.org/presentationml/2006/main">
  <p:tag name="AS_UNIQUEID" val="179"/>
</p:tagLst>
</file>

<file path=ppt/tags/tag107.xml><?xml version="1.0" encoding="utf-8"?>
<p:tagLst xmlns:p="http://schemas.openxmlformats.org/presentationml/2006/main">
  <p:tag name="AS_UNIQUEID" val="169"/>
</p:tagLst>
</file>

<file path=ppt/tags/tag108.xml><?xml version="1.0" encoding="utf-8"?>
<p:tagLst xmlns:p="http://schemas.openxmlformats.org/presentationml/2006/main">
  <p:tag name="AS_UNIQUEID" val="180"/>
</p:tagLst>
</file>

<file path=ppt/tags/tag109.xml><?xml version="1.0" encoding="utf-8"?>
<p:tagLst xmlns:p="http://schemas.openxmlformats.org/presentationml/2006/main">
  <p:tag name="AS_UNIQUEID" val="165"/>
</p:tagLst>
</file>

<file path=ppt/tags/tag110.xml><?xml version="1.0" encoding="utf-8"?>
<p:tagLst xmlns:p="http://schemas.openxmlformats.org/presentationml/2006/main">
  <p:tag name="AS_UNIQUEID" val="181"/>
</p:tagLst>
</file>

<file path=ppt/tags/tag111.xml><?xml version="1.0" encoding="utf-8"?>
<p:tagLst xmlns:p="http://schemas.openxmlformats.org/presentationml/2006/main">
  <p:tag name="AS_UNIQUEID" val="173"/>
</p:tagLst>
</file>

<file path=ppt/tags/tag112.xml><?xml version="1.0" encoding="utf-8"?>
<p:tagLst xmlns:p="http://schemas.openxmlformats.org/presentationml/2006/main">
  <p:tag name="AS_UNIQUEID" val="174"/>
</p:tagLst>
</file>

<file path=ppt/tags/tag113.xml><?xml version="1.0" encoding="utf-8"?>
<p:tagLst xmlns:p="http://schemas.openxmlformats.org/presentationml/2006/main">
  <p:tag name="AS_UNIQUEID" val="182"/>
</p:tagLst>
</file>

<file path=ppt/tags/tag114.xml><?xml version="1.0" encoding="utf-8"?>
<p:tagLst xmlns:p="http://schemas.openxmlformats.org/presentationml/2006/main">
  <p:tag name="AS_UNIQUEID" val="166"/>
</p:tagLst>
</file>

<file path=ppt/tags/tag115.xml><?xml version="1.0" encoding="utf-8"?>
<p:tagLst xmlns:p="http://schemas.openxmlformats.org/presentationml/2006/main">
  <p:tag name="AS_UNIQUEID" val="159"/>
</p:tagLst>
</file>

<file path=ppt/tags/tag116.xml><?xml version="1.0" encoding="utf-8"?>
<p:tagLst xmlns:p="http://schemas.openxmlformats.org/presentationml/2006/main">
  <p:tag name="AS_UNIQUEID" val="183"/>
</p:tagLst>
</file>

<file path=ppt/tags/tag117.xml><?xml version="1.0" encoding="utf-8"?>
<p:tagLst xmlns:p="http://schemas.openxmlformats.org/presentationml/2006/main">
  <p:tag name="AS_UNIQUEID" val="167"/>
</p:tagLst>
</file>

<file path=ppt/tags/tag118.xml><?xml version="1.0" encoding="utf-8"?>
<p:tagLst xmlns:p="http://schemas.openxmlformats.org/presentationml/2006/main">
  <p:tag name="AS_UNIQUEID" val="184"/>
</p:tagLst>
</file>

<file path=ppt/tags/tag119.xml><?xml version="1.0" encoding="utf-8"?>
<p:tagLst xmlns:p="http://schemas.openxmlformats.org/presentationml/2006/main">
  <p:tag name="AS_UNIQUEID" val="170"/>
</p:tagLst>
</file>

<file path=ppt/tags/tag120.xml><?xml version="1.0" encoding="utf-8"?>
<p:tagLst xmlns:p="http://schemas.openxmlformats.org/presentationml/2006/main">
  <p:tag name="AS_UNIQUEID" val="185"/>
</p:tagLst>
</file>

<file path=ppt/tags/tag121.xml><?xml version="1.0" encoding="utf-8"?>
<p:tagLst xmlns:p="http://schemas.openxmlformats.org/presentationml/2006/main">
  <p:tag name="AS_UNIQUEID" val="175"/>
</p:tagLst>
</file>

<file path=ppt/tags/tag122.xml><?xml version="1.0" encoding="utf-8"?>
<p:tagLst xmlns:p="http://schemas.openxmlformats.org/presentationml/2006/main">
  <p:tag name="AS_UNIQUEID" val="186"/>
</p:tagLst>
</file>

<file path=ppt/tags/tag123.xml><?xml version="1.0" encoding="utf-8"?>
<p:tagLst xmlns:p="http://schemas.openxmlformats.org/presentationml/2006/main">
  <p:tag name="AS_UNIQUEID" val="171"/>
</p:tagLst>
</file>

<file path=ppt/tags/tag124.xml><?xml version="1.0" encoding="utf-8"?>
<p:tagLst xmlns:p="http://schemas.openxmlformats.org/presentationml/2006/main">
  <p:tag name="AS_UNIQUEID" val="287"/>
</p:tagLst>
</file>

<file path=ppt/tags/tag125.xml><?xml version="1.0" encoding="utf-8"?>
<p:tagLst xmlns:p="http://schemas.openxmlformats.org/presentationml/2006/main">
  <p:tag name="AS_UNIQUEID" val="288"/>
</p:tagLst>
</file>

<file path=ppt/tags/tag126.xml><?xml version="1.0" encoding="utf-8"?>
<p:tagLst xmlns:p="http://schemas.openxmlformats.org/presentationml/2006/main">
  <p:tag name="AS_UNIQUEID" val="289"/>
</p:tagLst>
</file>

<file path=ppt/tags/tag127.xml><?xml version="1.0" encoding="utf-8"?>
<p:tagLst xmlns:p="http://schemas.openxmlformats.org/presentationml/2006/main">
  <p:tag name="AS_UNIQUEID" val="290"/>
</p:tagLst>
</file>

<file path=ppt/tags/tag128.xml><?xml version="1.0" encoding="utf-8"?>
<p:tagLst xmlns:p="http://schemas.openxmlformats.org/presentationml/2006/main">
  <p:tag name="AS_UNIQUEID" val="291"/>
</p:tagLst>
</file>

<file path=ppt/tags/tag129.xml><?xml version="1.0" encoding="utf-8"?>
<p:tagLst xmlns:p="http://schemas.openxmlformats.org/presentationml/2006/main">
  <p:tag name="AS_UNIQUEID" val="187"/>
</p:tagLst>
</file>

<file path=ppt/tags/tag130.xml><?xml version="1.0" encoding="utf-8"?>
<p:tagLst xmlns:p="http://schemas.openxmlformats.org/presentationml/2006/main">
  <p:tag name="AS_UNIQUEID" val="188"/>
</p:tagLst>
</file>

<file path=ppt/tags/tag131.xml><?xml version="1.0" encoding="utf-8"?>
<p:tagLst xmlns:p="http://schemas.openxmlformats.org/presentationml/2006/main">
  <p:tag name="AS_UNIQUEID" val="217"/>
</p:tagLst>
</file>

<file path=ppt/tags/tag132.xml><?xml version="1.0" encoding="utf-8"?>
<p:tagLst xmlns:p="http://schemas.openxmlformats.org/presentationml/2006/main">
  <p:tag name="AS_UNIQUEID" val="204"/>
</p:tagLst>
</file>

<file path=ppt/tags/tag133.xml><?xml version="1.0" encoding="utf-8"?>
<p:tagLst xmlns:p="http://schemas.openxmlformats.org/presentationml/2006/main">
  <p:tag name="AS_UNIQUEID" val="205"/>
</p:tagLst>
</file>

<file path=ppt/tags/tag134.xml><?xml version="1.0" encoding="utf-8"?>
<p:tagLst xmlns:p="http://schemas.openxmlformats.org/presentationml/2006/main">
  <p:tag name="AS_UNIQUEID" val="206"/>
</p:tagLst>
</file>

<file path=ppt/tags/tag135.xml><?xml version="1.0" encoding="utf-8"?>
<p:tagLst xmlns:p="http://schemas.openxmlformats.org/presentationml/2006/main">
  <p:tag name="AS_UNIQUEID" val="207"/>
</p:tagLst>
</file>

<file path=ppt/tags/tag136.xml><?xml version="1.0" encoding="utf-8"?>
<p:tagLst xmlns:p="http://schemas.openxmlformats.org/presentationml/2006/main">
  <p:tag name="AS_UNIQUEID" val="208"/>
</p:tagLst>
</file>

<file path=ppt/tags/tag137.xml><?xml version="1.0" encoding="utf-8"?>
<p:tagLst xmlns:p="http://schemas.openxmlformats.org/presentationml/2006/main">
  <p:tag name="AS_UNIQUEID" val="209"/>
</p:tagLst>
</file>

<file path=ppt/tags/tag138.xml><?xml version="1.0" encoding="utf-8"?>
<p:tagLst xmlns:p="http://schemas.openxmlformats.org/presentationml/2006/main">
  <p:tag name="AS_UNIQUEID" val="210"/>
</p:tagLst>
</file>

<file path=ppt/tags/tag139.xml><?xml version="1.0" encoding="utf-8"?>
<p:tagLst xmlns:p="http://schemas.openxmlformats.org/presentationml/2006/main">
  <p:tag name="AS_UNIQUEID" val="211"/>
</p:tagLst>
</file>

<file path=ppt/tags/tag140.xml><?xml version="1.0" encoding="utf-8"?>
<p:tagLst xmlns:p="http://schemas.openxmlformats.org/presentationml/2006/main">
  <p:tag name="AS_UNIQUEID" val="212"/>
</p:tagLst>
</file>

<file path=ppt/tags/tag141.xml><?xml version="1.0" encoding="utf-8"?>
<p:tagLst xmlns:p="http://schemas.openxmlformats.org/presentationml/2006/main">
  <p:tag name="AS_UNIQUEID" val="213"/>
</p:tagLst>
</file>

<file path=ppt/tags/tag142.xml><?xml version="1.0" encoding="utf-8"?>
<p:tagLst xmlns:p="http://schemas.openxmlformats.org/presentationml/2006/main">
  <p:tag name="AS_UNIQUEID" val="214"/>
</p:tagLst>
</file>

<file path=ppt/tags/tag143.xml><?xml version="1.0" encoding="utf-8"?>
<p:tagLst xmlns:p="http://schemas.openxmlformats.org/presentationml/2006/main">
  <p:tag name="AS_UNIQUEID" val="218"/>
</p:tagLst>
</file>

<file path=ppt/tags/tag144.xml><?xml version="1.0" encoding="utf-8"?>
<p:tagLst xmlns:p="http://schemas.openxmlformats.org/presentationml/2006/main">
  <p:tag name="AS_UNIQUEID" val="215"/>
</p:tagLst>
</file>

<file path=ppt/tags/tag145.xml><?xml version="1.0" encoding="utf-8"?>
<p:tagLst xmlns:p="http://schemas.openxmlformats.org/presentationml/2006/main">
  <p:tag name="AS_UNIQUEID" val="216"/>
</p:tagLst>
</file>

<file path=ppt/tags/tag146.xml><?xml version="1.0" encoding="utf-8"?>
<p:tagLst xmlns:p="http://schemas.openxmlformats.org/presentationml/2006/main">
  <p:tag name="AS_UNIQUEID" val="202"/>
</p:tagLst>
</file>

<file path=ppt/tags/tag147.xml><?xml version="1.0" encoding="utf-8"?>
<p:tagLst xmlns:p="http://schemas.openxmlformats.org/presentationml/2006/main">
  <p:tag name="AS_UNIQUEID" val="203"/>
</p:tagLst>
</file>

<file path=ppt/tags/tag148.xml><?xml version="1.0" encoding="utf-8"?>
<p:tagLst xmlns:p="http://schemas.openxmlformats.org/presentationml/2006/main">
  <p:tag name="AS_UNIQUEID" val="292"/>
</p:tagLst>
</file>

<file path=ppt/tags/tag149.xml><?xml version="1.0" encoding="utf-8"?>
<p:tagLst xmlns:p="http://schemas.openxmlformats.org/presentationml/2006/main">
  <p:tag name="AS_UNIQUEID" val="293"/>
</p:tagLst>
</file>

<file path=ppt/tags/tag150.xml><?xml version="1.0" encoding="utf-8"?>
<p:tagLst xmlns:p="http://schemas.openxmlformats.org/presentationml/2006/main">
  <p:tag name="AS_UNIQUEID" val="294"/>
</p:tagLst>
</file>

<file path=ppt/tags/tag151.xml><?xml version="1.0" encoding="utf-8"?>
<p:tagLst xmlns:p="http://schemas.openxmlformats.org/presentationml/2006/main">
  <p:tag name="AS_UNIQUEID" val="295"/>
</p:tagLst>
</file>

<file path=ppt/tags/tag152.xml><?xml version="1.0" encoding="utf-8"?>
<p:tagLst xmlns:p="http://schemas.openxmlformats.org/presentationml/2006/main">
  <p:tag name="AS_UNIQUEID" val="296"/>
</p:tagLst>
</file>

<file path=ppt/tags/tag153.xml><?xml version="1.0" encoding="utf-8"?>
<p:tagLst xmlns:p="http://schemas.openxmlformats.org/presentationml/2006/main">
  <p:tag name="AS_UNIQUEID" val="219"/>
</p:tagLst>
</file>

<file path=ppt/tags/tag154.xml><?xml version="1.0" encoding="utf-8"?>
<p:tagLst xmlns:p="http://schemas.openxmlformats.org/presentationml/2006/main">
  <p:tag name="AS_UNIQUEID" val="220"/>
</p:tagLst>
</file>

<file path=ppt/tags/tag155.xml><?xml version="1.0" encoding="utf-8"?>
<p:tagLst xmlns:p="http://schemas.openxmlformats.org/presentationml/2006/main">
  <p:tag name="AS_UNIQUEID" val="221"/>
</p:tagLst>
</file>

<file path=ppt/tags/tag156.xml><?xml version="1.0" encoding="utf-8"?>
<p:tagLst xmlns:p="http://schemas.openxmlformats.org/presentationml/2006/main">
  <p:tag name="AS_UNIQUEID" val="222"/>
</p:tagLst>
</file>

<file path=ppt/tags/tag157.xml><?xml version="1.0" encoding="utf-8"?>
<p:tagLst xmlns:p="http://schemas.openxmlformats.org/presentationml/2006/main">
  <p:tag name="AS_UNIQUEID" val="254"/>
</p:tagLst>
</file>

<file path=ppt/tags/tag158.xml><?xml version="1.0" encoding="utf-8"?>
<p:tagLst xmlns:p="http://schemas.openxmlformats.org/presentationml/2006/main">
  <p:tag name="AS_UNIQUEID" val="239"/>
</p:tagLst>
</file>

<file path=ppt/tags/tag159.xml><?xml version="1.0" encoding="utf-8"?>
<p:tagLst xmlns:p="http://schemas.openxmlformats.org/presentationml/2006/main">
  <p:tag name="AS_UNIQUEID" val="255"/>
</p:tagLst>
</file>

<file path=ppt/tags/tag160.xml><?xml version="1.0" encoding="utf-8"?>
<p:tagLst xmlns:p="http://schemas.openxmlformats.org/presentationml/2006/main">
  <p:tag name="AS_UNIQUEID" val="242"/>
</p:tagLst>
</file>

<file path=ppt/tags/tag161.xml><?xml version="1.0" encoding="utf-8"?>
<p:tagLst xmlns:p="http://schemas.openxmlformats.org/presentationml/2006/main">
  <p:tag name="AS_UNIQUEID" val="256"/>
</p:tagLst>
</file>

<file path=ppt/tags/tag162.xml><?xml version="1.0" encoding="utf-8"?>
<p:tagLst xmlns:p="http://schemas.openxmlformats.org/presentationml/2006/main">
  <p:tag name="AS_UNIQUEID" val="251"/>
</p:tagLst>
</file>

<file path=ppt/tags/tag163.xml><?xml version="1.0" encoding="utf-8"?>
<p:tagLst xmlns:p="http://schemas.openxmlformats.org/presentationml/2006/main">
  <p:tag name="AS_UNIQUEID" val="257"/>
</p:tagLst>
</file>

<file path=ppt/tags/tag164.xml><?xml version="1.0" encoding="utf-8"?>
<p:tagLst xmlns:p="http://schemas.openxmlformats.org/presentationml/2006/main">
  <p:tag name="AS_UNIQUEID" val="245"/>
</p:tagLst>
</file>

<file path=ppt/tags/tag165.xml><?xml version="1.0" encoding="utf-8"?>
<p:tagLst xmlns:p="http://schemas.openxmlformats.org/presentationml/2006/main">
  <p:tag name="AS_UNIQUEID" val="258"/>
</p:tagLst>
</file>

<file path=ppt/tags/tag166.xml><?xml version="1.0" encoding="utf-8"?>
<p:tagLst xmlns:p="http://schemas.openxmlformats.org/presentationml/2006/main">
  <p:tag name="AS_UNIQUEID" val="248"/>
</p:tagLst>
</file>

<file path=ppt/tags/tag167.xml><?xml version="1.0" encoding="utf-8"?>
<p:tagLst xmlns:p="http://schemas.openxmlformats.org/presentationml/2006/main">
  <p:tag name="AS_UNIQUEID" val="259"/>
</p:tagLst>
</file>

<file path=ppt/tags/tag168.xml><?xml version="1.0" encoding="utf-8"?>
<p:tagLst xmlns:p="http://schemas.openxmlformats.org/presentationml/2006/main">
  <p:tag name="AS_UNIQUEID" val="246"/>
</p:tagLst>
</file>

<file path=ppt/tags/tag169.xml><?xml version="1.0" encoding="utf-8"?>
<p:tagLst xmlns:p="http://schemas.openxmlformats.org/presentationml/2006/main">
  <p:tag name="AS_UNIQUEID" val="260"/>
</p:tagLst>
</file>

<file path=ppt/tags/tag170.xml><?xml version="1.0" encoding="utf-8"?>
<p:tagLst xmlns:p="http://schemas.openxmlformats.org/presentationml/2006/main">
  <p:tag name="AS_UNIQUEID" val="252"/>
</p:tagLst>
</file>

<file path=ppt/tags/tag171.xml><?xml version="1.0" encoding="utf-8"?>
<p:tagLst xmlns:p="http://schemas.openxmlformats.org/presentationml/2006/main">
  <p:tag name="AS_UNIQUEID" val="261"/>
</p:tagLst>
</file>

<file path=ppt/tags/tag172.xml><?xml version="1.0" encoding="utf-8"?>
<p:tagLst xmlns:p="http://schemas.openxmlformats.org/presentationml/2006/main">
  <p:tag name="AS_UNIQUEID" val="240"/>
</p:tagLst>
</file>

<file path=ppt/tags/tag173.xml><?xml version="1.0" encoding="utf-8"?>
<p:tagLst xmlns:p="http://schemas.openxmlformats.org/presentationml/2006/main">
  <p:tag name="AS_UNIQUEID" val="262"/>
</p:tagLst>
</file>

<file path=ppt/tags/tag174.xml><?xml version="1.0" encoding="utf-8"?>
<p:tagLst xmlns:p="http://schemas.openxmlformats.org/presentationml/2006/main">
  <p:tag name="AS_UNIQUEID" val="243"/>
</p:tagLst>
</file>

<file path=ppt/tags/tag175.xml><?xml version="1.0" encoding="utf-8"?>
<p:tagLst xmlns:p="http://schemas.openxmlformats.org/presentationml/2006/main">
  <p:tag name="AS_UNIQUEID" val="263"/>
</p:tagLst>
</file>

<file path=ppt/tags/tag176.xml><?xml version="1.0" encoding="utf-8"?>
<p:tagLst xmlns:p="http://schemas.openxmlformats.org/presentationml/2006/main">
  <p:tag name="AS_UNIQUEID" val="247"/>
</p:tagLst>
</file>

<file path=ppt/tags/tag177.xml><?xml version="1.0" encoding="utf-8"?>
<p:tagLst xmlns:p="http://schemas.openxmlformats.org/presentationml/2006/main">
  <p:tag name="AS_UNIQUEID" val="264"/>
</p:tagLst>
</file>

<file path=ppt/tags/tag178.xml><?xml version="1.0" encoding="utf-8"?>
<p:tagLst xmlns:p="http://schemas.openxmlformats.org/presentationml/2006/main">
  <p:tag name="AS_UNIQUEID" val="249"/>
</p:tagLst>
</file>

<file path=ppt/tags/tag179.xml><?xml version="1.0" encoding="utf-8"?>
<p:tagLst xmlns:p="http://schemas.openxmlformats.org/presentationml/2006/main">
  <p:tag name="AS_UNIQUEID" val="250"/>
</p:tagLst>
</file>

<file path=ppt/tags/tag180.xml><?xml version="1.0" encoding="utf-8"?>
<p:tagLst xmlns:p="http://schemas.openxmlformats.org/presentationml/2006/main">
  <p:tag name="AS_UNIQUEID" val="265"/>
</p:tagLst>
</file>

<file path=ppt/tags/tag181.xml><?xml version="1.0" encoding="utf-8"?>
<p:tagLst xmlns:p="http://schemas.openxmlformats.org/presentationml/2006/main">
  <p:tag name="AS_UNIQUEID" val="244"/>
</p:tagLst>
</file>

<file path=ppt/tags/tag182.xml><?xml version="1.0" encoding="utf-8"?>
<p:tagLst xmlns:p="http://schemas.openxmlformats.org/presentationml/2006/main">
  <p:tag name="AS_UNIQUEID" val="236"/>
</p:tagLst>
</file>

<file path=ppt/tags/tag183.xml><?xml version="1.0" encoding="utf-8"?>
<p:tagLst xmlns:p="http://schemas.openxmlformats.org/presentationml/2006/main">
  <p:tag name="AS_UNIQUEID" val="266"/>
</p:tagLst>
</file>

<file path=ppt/tags/tag184.xml><?xml version="1.0" encoding="utf-8"?>
<p:tagLst xmlns:p="http://schemas.openxmlformats.org/presentationml/2006/main">
  <p:tag name="AS_UNIQUEID" val="253"/>
</p:tagLst>
</file>

<file path=ppt/tags/tag185.xml><?xml version="1.0" encoding="utf-8"?>
<p:tagLst xmlns:p="http://schemas.openxmlformats.org/presentationml/2006/main">
  <p:tag name="AS_UNIQUEID" val="267"/>
</p:tagLst>
</file>

<file path=ppt/tags/tag186.xml><?xml version="1.0" encoding="utf-8"?>
<p:tagLst xmlns:p="http://schemas.openxmlformats.org/presentationml/2006/main">
  <p:tag name="AS_UNIQUEID" val="241"/>
</p:tagLst>
</file>

<file path=ppt/tags/tag187.xml><?xml version="1.0" encoding="utf-8"?>
<p:tagLst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92</Paragraphs>
  <Slides>4</Slides>
  <Notes>4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9">
      <vt:lpstr>Arial</vt:lpstr>
      <vt:lpstr>Calibri</vt:lpstr>
      <vt:lpstr>Calibri Light</vt:lpstr>
      <vt:lpstr>思源黑体 CN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25.0500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2026-03-30T20:49:31.797</cp:lastPrinted>
  <dcterms:created xsi:type="dcterms:W3CDTF">2026-03-30T12:49:31Z</dcterms:created>
  <dcterms:modified xsi:type="dcterms:W3CDTF">2026-03-30T12:49:39Z</dcterms:modified>
</cp:coreProperties>
</file>