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4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6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7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8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9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notesSlides/notesSlide10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notesSlides/notesSlide11.xml" ContentType="application/vnd.openxmlformats-officedocument.presentationml.notesSlide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notesSlides/notesSlide12.xml" ContentType="application/vnd.openxmlformats-officedocument.presentationml.notesSlide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13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notesSlides/notesSlide14.xml" ContentType="application/vnd.openxmlformats-officedocument.presentationml.notesSlide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notesSlides/notesSlide15.xml" ContentType="application/vnd.openxmlformats-officedocument.presentationml.notesSl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notesSlides/notesSlide16.xml" ContentType="application/vnd.openxmlformats-officedocument.presentationml.notesSlide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notesSlides/notesSlide17.xml" ContentType="application/vnd.openxmlformats-officedocument.presentationml.notesSlide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notesSlides/notesSlide18.xml" ContentType="application/vnd.openxmlformats-officedocument.presentationml.notesSlide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notesSlides/notesSlide19.xml" ContentType="application/vnd.openxmlformats-officedocument.presentationml.notesSlide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1"/>
  </p:notesMasterIdLst>
  <p:sldIdLst>
    <p:sldId id="302" r:id="rId2"/>
    <p:sldId id="303" r:id="rId3"/>
    <p:sldId id="265" r:id="rId4"/>
    <p:sldId id="308" r:id="rId5"/>
    <p:sldId id="268" r:id="rId6"/>
    <p:sldId id="271" r:id="rId7"/>
    <p:sldId id="274" r:id="rId8"/>
    <p:sldId id="277" r:id="rId9"/>
    <p:sldId id="280" r:id="rId10"/>
    <p:sldId id="283" r:id="rId11"/>
    <p:sldId id="286" r:id="rId12"/>
    <p:sldId id="304" r:id="rId13"/>
    <p:sldId id="305" r:id="rId14"/>
    <p:sldId id="306" r:id="rId15"/>
    <p:sldId id="259" r:id="rId16"/>
    <p:sldId id="262" r:id="rId17"/>
    <p:sldId id="307" r:id="rId18"/>
    <p:sldId id="298" r:id="rId19"/>
    <p:sldId id="301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58" d="100"/>
          <a:sy n="158" d="100"/>
        </p:scale>
        <p:origin x="144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heme" Target="../theme/theme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" Target="../slides/slide3.xml"/><Relationship Id="rId4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" Target="../slides/slide4.xml"/><Relationship Id="rId4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slide" Target="../slides/slide5.xml"/><Relationship Id="rId4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5" Type="http://schemas.openxmlformats.org/officeDocument/2006/relationships/slide" Target="../slides/slide6.xml"/><Relationship Id="rId4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slide" Target="../slides/slide7.xml"/><Relationship Id="rId4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5" Type="http://schemas.openxmlformats.org/officeDocument/2006/relationships/slide" Target="../slides/slide8.xml"/><Relationship Id="rId4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5" Type="http://schemas.openxmlformats.org/officeDocument/2006/relationships/slide" Target="../slides/slide9.xml"/><Relationship Id="rId4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5" Type="http://schemas.openxmlformats.org/officeDocument/2006/relationships/slide" Target="../slides/slide10.xml"/><Relationship Id="rId4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5" Type="http://schemas.openxmlformats.org/officeDocument/2006/relationships/slide" Target="../slides/slide11.xml"/><Relationship Id="rId4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5" Type="http://schemas.openxmlformats.org/officeDocument/2006/relationships/slide" Target="../slides/slide12.xml"/><Relationship Id="rId4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5" Type="http://schemas.openxmlformats.org/officeDocument/2006/relationships/slide" Target="../slides/slide13.xml"/><Relationship Id="rId4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tags" Target="../tags/tag288.xml"/><Relationship Id="rId5" Type="http://schemas.openxmlformats.org/officeDocument/2006/relationships/slide" Target="../slides/slide14.xml"/><Relationship Id="rId4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5" Type="http://schemas.openxmlformats.org/officeDocument/2006/relationships/slide" Target="../slides/slide15.xml"/><Relationship Id="rId4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tags" Target="../tags/tag415.xml"/><Relationship Id="rId5" Type="http://schemas.openxmlformats.org/officeDocument/2006/relationships/slide" Target="../slides/slide16.xml"/><Relationship Id="rId4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39.xml"/><Relationship Id="rId2" Type="http://schemas.openxmlformats.org/officeDocument/2006/relationships/tags" Target="../tags/tag438.xml"/><Relationship Id="rId1" Type="http://schemas.openxmlformats.org/officeDocument/2006/relationships/tags" Target="../tags/tag437.xml"/><Relationship Id="rId5" Type="http://schemas.openxmlformats.org/officeDocument/2006/relationships/slide" Target="../slides/slide17.xml"/><Relationship Id="rId4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" Type="http://schemas.openxmlformats.org/officeDocument/2006/relationships/tags" Target="../tags/tag465.xml"/><Relationship Id="rId5" Type="http://schemas.openxmlformats.org/officeDocument/2006/relationships/slide" Target="../slides/slide18.xml"/><Relationship Id="rId4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Relationship Id="rId5" Type="http://schemas.openxmlformats.org/officeDocument/2006/relationships/slide" Target="../slides/slide19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D2A2-8AB9-D00F-618D-718F95E6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44A99-550E-1981-4171-7069E72C9B70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D9921-7DF9-496A-D547-D6E9CB016652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4EB0B-CFB5-7553-2741-7D52AD52A621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79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0BA84-9EAD-7ED7-2EF3-02CEFDDF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AB8A2-9C65-F223-C3AF-48A4A95F70E0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8A2B6-A9DA-D027-0B6D-9AAE2986A34F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CA9F8-2CD4-2F5C-9C9E-B2D19183BCF9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67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5150-1568-8D2F-3CF6-E4E1C167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B5BD7-BB50-B5B7-142D-8BBBFB783969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01454-E3F7-4CE4-E590-1BB3ACBABADA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D9B80-C267-A218-1041-73620C8C92F8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70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B76B-BDD2-AC3A-B535-2CA0DEFC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B2FDB-77B3-BD80-677F-B42F02C2357D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79515-3D8C-74DF-E98F-8963D0532254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2C4E4-ABDF-8CF0-3F48-B39EF5823FE3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81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21" Type="http://schemas.openxmlformats.org/officeDocument/2006/relationships/tags" Target="../tags/tag28.xml"/><Relationship Id="rId34" Type="http://schemas.openxmlformats.org/officeDocument/2006/relationships/image" Target="../media/image10.png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33" Type="http://schemas.openxmlformats.org/officeDocument/2006/relationships/notesSlide" Target="../notesSlides/notesSlide3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tags" Target="../tags/tag36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slideLayout" Target="../slideLayouts/slideLayout1.xml"/><Relationship Id="rId37" Type="http://schemas.openxmlformats.org/officeDocument/2006/relationships/image" Target="../media/image13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36" Type="http://schemas.openxmlformats.org/officeDocument/2006/relationships/image" Target="../media/image12.png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tags" Target="../tags/tag38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tags" Target="../tags/tag37.xml"/><Relationship Id="rId35" Type="http://schemas.openxmlformats.org/officeDocument/2006/relationships/image" Target="../media/image11.png"/><Relationship Id="rId8" Type="http://schemas.openxmlformats.org/officeDocument/2006/relationships/tags" Target="../tags/tag15.xml"/><Relationship Id="rId3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11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26" Type="http://schemas.openxmlformats.org/officeDocument/2006/relationships/tags" Target="../tags/tag73.xml"/><Relationship Id="rId3" Type="http://schemas.openxmlformats.org/officeDocument/2006/relationships/tags" Target="../tags/tag50.xml"/><Relationship Id="rId21" Type="http://schemas.openxmlformats.org/officeDocument/2006/relationships/tags" Target="../tags/tag68.xml"/><Relationship Id="rId34" Type="http://schemas.openxmlformats.org/officeDocument/2006/relationships/image" Target="../media/image16.png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33" Type="http://schemas.openxmlformats.org/officeDocument/2006/relationships/image" Target="../media/image15.svg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0" Type="http://schemas.openxmlformats.org/officeDocument/2006/relationships/tags" Target="../tags/tag67.xml"/><Relationship Id="rId29" Type="http://schemas.openxmlformats.org/officeDocument/2006/relationships/notesSlide" Target="../notesSlides/notesSlide5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24" Type="http://schemas.openxmlformats.org/officeDocument/2006/relationships/tags" Target="../tags/tag71.xml"/><Relationship Id="rId32" Type="http://schemas.openxmlformats.org/officeDocument/2006/relationships/image" Target="../media/image14.png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31" Type="http://schemas.openxmlformats.org/officeDocument/2006/relationships/image" Target="../media/image11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tags" Target="../tags/tag69.xml"/><Relationship Id="rId27" Type="http://schemas.openxmlformats.org/officeDocument/2006/relationships/tags" Target="../tags/tag74.xml"/><Relationship Id="rId30" Type="http://schemas.openxmlformats.org/officeDocument/2006/relationships/image" Target="../media/image10.png"/><Relationship Id="rId35" Type="http://schemas.openxmlformats.org/officeDocument/2006/relationships/image" Target="../media/image17.svg"/><Relationship Id="rId8" Type="http://schemas.openxmlformats.org/officeDocument/2006/relationships/tags" Target="../tags/tag5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26" Type="http://schemas.openxmlformats.org/officeDocument/2006/relationships/tags" Target="../tags/tag103.xml"/><Relationship Id="rId39" Type="http://schemas.openxmlformats.org/officeDocument/2006/relationships/image" Target="../media/image23.svg"/><Relationship Id="rId21" Type="http://schemas.openxmlformats.org/officeDocument/2006/relationships/tags" Target="../tags/tag98.xml"/><Relationship Id="rId34" Type="http://schemas.openxmlformats.org/officeDocument/2006/relationships/image" Target="../media/image18.png"/><Relationship Id="rId42" Type="http://schemas.openxmlformats.org/officeDocument/2006/relationships/image" Target="../media/image26.png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0" Type="http://schemas.openxmlformats.org/officeDocument/2006/relationships/tags" Target="../tags/tag97.xml"/><Relationship Id="rId29" Type="http://schemas.openxmlformats.org/officeDocument/2006/relationships/tags" Target="../tags/tag106.xml"/><Relationship Id="rId41" Type="http://schemas.openxmlformats.org/officeDocument/2006/relationships/image" Target="../media/image25.svg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32" Type="http://schemas.openxmlformats.org/officeDocument/2006/relationships/image" Target="../media/image10.png"/><Relationship Id="rId37" Type="http://schemas.openxmlformats.org/officeDocument/2006/relationships/image" Target="../media/image21.svg"/><Relationship Id="rId40" Type="http://schemas.openxmlformats.org/officeDocument/2006/relationships/image" Target="../media/image24.svg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tags" Target="../tags/tag105.xml"/><Relationship Id="rId36" Type="http://schemas.openxmlformats.org/officeDocument/2006/relationships/image" Target="../media/image20.png"/><Relationship Id="rId10" Type="http://schemas.openxmlformats.org/officeDocument/2006/relationships/tags" Target="../tags/tag87.xml"/><Relationship Id="rId19" Type="http://schemas.openxmlformats.org/officeDocument/2006/relationships/tags" Target="../tags/tag96.xml"/><Relationship Id="rId31" Type="http://schemas.openxmlformats.org/officeDocument/2006/relationships/notesSlide" Target="../notesSlides/notesSlide6.xml"/><Relationship Id="rId44" Type="http://schemas.openxmlformats.org/officeDocument/2006/relationships/image" Target="../media/image28.png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tags" Target="../tags/tag104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19.svg"/><Relationship Id="rId43" Type="http://schemas.openxmlformats.org/officeDocument/2006/relationships/image" Target="../media/image27.png"/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33" Type="http://schemas.openxmlformats.org/officeDocument/2006/relationships/image" Target="../media/image11.png"/><Relationship Id="rId38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22.xml"/><Relationship Id="rId18" Type="http://schemas.openxmlformats.org/officeDocument/2006/relationships/tags" Target="../tags/tag127.xml"/><Relationship Id="rId26" Type="http://schemas.openxmlformats.org/officeDocument/2006/relationships/tags" Target="../tags/tag135.xml"/><Relationship Id="rId39" Type="http://schemas.openxmlformats.org/officeDocument/2006/relationships/image" Target="../media/image35.png"/><Relationship Id="rId21" Type="http://schemas.openxmlformats.org/officeDocument/2006/relationships/tags" Target="../tags/tag130.xml"/><Relationship Id="rId34" Type="http://schemas.openxmlformats.org/officeDocument/2006/relationships/image" Target="../media/image30.svg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tags" Target="../tags/tag126.xml"/><Relationship Id="rId25" Type="http://schemas.openxmlformats.org/officeDocument/2006/relationships/tags" Target="../tags/tag134.xml"/><Relationship Id="rId33" Type="http://schemas.openxmlformats.org/officeDocument/2006/relationships/image" Target="../media/image29.png"/><Relationship Id="rId38" Type="http://schemas.openxmlformats.org/officeDocument/2006/relationships/image" Target="../media/image34.svg"/><Relationship Id="rId2" Type="http://schemas.openxmlformats.org/officeDocument/2006/relationships/tags" Target="../tags/tag111.xml"/><Relationship Id="rId16" Type="http://schemas.openxmlformats.org/officeDocument/2006/relationships/tags" Target="../tags/tag125.xml"/><Relationship Id="rId20" Type="http://schemas.openxmlformats.org/officeDocument/2006/relationships/tags" Target="../tags/tag129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24" Type="http://schemas.openxmlformats.org/officeDocument/2006/relationships/tags" Target="../tags/tag133.xml"/><Relationship Id="rId32" Type="http://schemas.openxmlformats.org/officeDocument/2006/relationships/image" Target="../media/image11.png"/><Relationship Id="rId37" Type="http://schemas.openxmlformats.org/officeDocument/2006/relationships/image" Target="../media/image33.png"/><Relationship Id="rId5" Type="http://schemas.openxmlformats.org/officeDocument/2006/relationships/tags" Target="../tags/tag114.xml"/><Relationship Id="rId15" Type="http://schemas.openxmlformats.org/officeDocument/2006/relationships/tags" Target="../tags/tag124.xml"/><Relationship Id="rId23" Type="http://schemas.openxmlformats.org/officeDocument/2006/relationships/tags" Target="../tags/tag132.xml"/><Relationship Id="rId28" Type="http://schemas.openxmlformats.org/officeDocument/2006/relationships/tags" Target="../tags/tag137.xml"/><Relationship Id="rId36" Type="http://schemas.openxmlformats.org/officeDocument/2006/relationships/image" Target="../media/image32.svg"/><Relationship Id="rId10" Type="http://schemas.openxmlformats.org/officeDocument/2006/relationships/tags" Target="../tags/tag119.xml"/><Relationship Id="rId19" Type="http://schemas.openxmlformats.org/officeDocument/2006/relationships/tags" Target="../tags/tag128.xml"/><Relationship Id="rId31" Type="http://schemas.openxmlformats.org/officeDocument/2006/relationships/image" Target="../media/image10.png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tags" Target="../tags/tag123.xml"/><Relationship Id="rId22" Type="http://schemas.openxmlformats.org/officeDocument/2006/relationships/tags" Target="../tags/tag131.xml"/><Relationship Id="rId27" Type="http://schemas.openxmlformats.org/officeDocument/2006/relationships/tags" Target="../tags/tag136.xml"/><Relationship Id="rId30" Type="http://schemas.openxmlformats.org/officeDocument/2006/relationships/notesSlide" Target="../notesSlides/notesSlide7.xml"/><Relationship Id="rId35" Type="http://schemas.openxmlformats.org/officeDocument/2006/relationships/image" Target="../media/image31.png"/><Relationship Id="rId8" Type="http://schemas.openxmlformats.org/officeDocument/2006/relationships/tags" Target="../tags/tag117.xml"/><Relationship Id="rId3" Type="http://schemas.openxmlformats.org/officeDocument/2006/relationships/tags" Target="../tags/tag11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53.xml"/><Relationship Id="rId18" Type="http://schemas.openxmlformats.org/officeDocument/2006/relationships/tags" Target="../tags/tag158.xml"/><Relationship Id="rId26" Type="http://schemas.openxmlformats.org/officeDocument/2006/relationships/tags" Target="../tags/tag166.xml"/><Relationship Id="rId39" Type="http://schemas.openxmlformats.org/officeDocument/2006/relationships/image" Target="../media/image40.png"/><Relationship Id="rId21" Type="http://schemas.openxmlformats.org/officeDocument/2006/relationships/tags" Target="../tags/tag161.xml"/><Relationship Id="rId34" Type="http://schemas.openxmlformats.org/officeDocument/2006/relationships/image" Target="../media/image11.png"/><Relationship Id="rId42" Type="http://schemas.openxmlformats.org/officeDocument/2006/relationships/image" Target="../media/image43.png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20" Type="http://schemas.openxmlformats.org/officeDocument/2006/relationships/tags" Target="../tags/tag160.xml"/><Relationship Id="rId29" Type="http://schemas.openxmlformats.org/officeDocument/2006/relationships/tags" Target="../tags/tag169.xml"/><Relationship Id="rId41" Type="http://schemas.openxmlformats.org/officeDocument/2006/relationships/image" Target="../media/image42.png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tags" Target="../tags/tag151.xml"/><Relationship Id="rId24" Type="http://schemas.openxmlformats.org/officeDocument/2006/relationships/tags" Target="../tags/tag164.xml"/><Relationship Id="rId32" Type="http://schemas.openxmlformats.org/officeDocument/2006/relationships/notesSlide" Target="../notesSlides/notesSlide8.xml"/><Relationship Id="rId37" Type="http://schemas.openxmlformats.org/officeDocument/2006/relationships/image" Target="../media/image38.svg"/><Relationship Id="rId40" Type="http://schemas.openxmlformats.org/officeDocument/2006/relationships/image" Target="../media/image41.svg"/><Relationship Id="rId5" Type="http://schemas.openxmlformats.org/officeDocument/2006/relationships/tags" Target="../tags/tag145.xml"/><Relationship Id="rId15" Type="http://schemas.openxmlformats.org/officeDocument/2006/relationships/tags" Target="../tags/tag155.xml"/><Relationship Id="rId23" Type="http://schemas.openxmlformats.org/officeDocument/2006/relationships/tags" Target="../tags/tag163.xml"/><Relationship Id="rId28" Type="http://schemas.openxmlformats.org/officeDocument/2006/relationships/tags" Target="../tags/tag168.xml"/><Relationship Id="rId36" Type="http://schemas.openxmlformats.org/officeDocument/2006/relationships/image" Target="../media/image37.png"/><Relationship Id="rId10" Type="http://schemas.openxmlformats.org/officeDocument/2006/relationships/tags" Target="../tags/tag150.xml"/><Relationship Id="rId19" Type="http://schemas.openxmlformats.org/officeDocument/2006/relationships/tags" Target="../tags/tag159.xml"/><Relationship Id="rId31" Type="http://schemas.openxmlformats.org/officeDocument/2006/relationships/slideLayout" Target="../slideLayouts/slideLayout1.xml"/><Relationship Id="rId44" Type="http://schemas.openxmlformats.org/officeDocument/2006/relationships/image" Target="../media/image45.png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tags" Target="../tags/tag154.xml"/><Relationship Id="rId22" Type="http://schemas.openxmlformats.org/officeDocument/2006/relationships/tags" Target="../tags/tag162.xml"/><Relationship Id="rId27" Type="http://schemas.openxmlformats.org/officeDocument/2006/relationships/tags" Target="../tags/tag167.xml"/><Relationship Id="rId30" Type="http://schemas.openxmlformats.org/officeDocument/2006/relationships/tags" Target="../tags/tag170.xml"/><Relationship Id="rId35" Type="http://schemas.openxmlformats.org/officeDocument/2006/relationships/image" Target="../media/image36.png"/><Relationship Id="rId43" Type="http://schemas.openxmlformats.org/officeDocument/2006/relationships/image" Target="../media/image44.svg"/><Relationship Id="rId8" Type="http://schemas.openxmlformats.org/officeDocument/2006/relationships/tags" Target="../tags/tag148.xml"/><Relationship Id="rId3" Type="http://schemas.openxmlformats.org/officeDocument/2006/relationships/tags" Target="../tags/tag143.xml"/><Relationship Id="rId12" Type="http://schemas.openxmlformats.org/officeDocument/2006/relationships/tags" Target="../tags/tag152.xml"/><Relationship Id="rId17" Type="http://schemas.openxmlformats.org/officeDocument/2006/relationships/tags" Target="../tags/tag157.xml"/><Relationship Id="rId25" Type="http://schemas.openxmlformats.org/officeDocument/2006/relationships/tags" Target="../tags/tag165.xml"/><Relationship Id="rId33" Type="http://schemas.openxmlformats.org/officeDocument/2006/relationships/image" Target="../media/image10.png"/><Relationship Id="rId38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86.xml"/><Relationship Id="rId18" Type="http://schemas.openxmlformats.org/officeDocument/2006/relationships/tags" Target="../tags/tag191.xml"/><Relationship Id="rId26" Type="http://schemas.openxmlformats.org/officeDocument/2006/relationships/tags" Target="../tags/tag199.xml"/><Relationship Id="rId39" Type="http://schemas.openxmlformats.org/officeDocument/2006/relationships/image" Target="../media/image52.svg"/><Relationship Id="rId21" Type="http://schemas.openxmlformats.org/officeDocument/2006/relationships/tags" Target="../tags/tag194.xml"/><Relationship Id="rId34" Type="http://schemas.openxmlformats.org/officeDocument/2006/relationships/image" Target="../media/image47.png"/><Relationship Id="rId42" Type="http://schemas.openxmlformats.org/officeDocument/2006/relationships/image" Target="../media/image55.png"/><Relationship Id="rId47" Type="http://schemas.openxmlformats.org/officeDocument/2006/relationships/image" Target="../media/image60.png"/><Relationship Id="rId50" Type="http://schemas.openxmlformats.org/officeDocument/2006/relationships/image" Target="../media/image63.png"/><Relationship Id="rId7" Type="http://schemas.openxmlformats.org/officeDocument/2006/relationships/tags" Target="../tags/tag180.xml"/><Relationship Id="rId2" Type="http://schemas.openxmlformats.org/officeDocument/2006/relationships/tags" Target="../tags/tag175.xml"/><Relationship Id="rId16" Type="http://schemas.openxmlformats.org/officeDocument/2006/relationships/tags" Target="../tags/tag189.xml"/><Relationship Id="rId29" Type="http://schemas.openxmlformats.org/officeDocument/2006/relationships/slideLayout" Target="../slideLayouts/slideLayout1.xml"/><Relationship Id="rId11" Type="http://schemas.openxmlformats.org/officeDocument/2006/relationships/tags" Target="../tags/tag184.xml"/><Relationship Id="rId24" Type="http://schemas.openxmlformats.org/officeDocument/2006/relationships/tags" Target="../tags/tag197.xml"/><Relationship Id="rId32" Type="http://schemas.openxmlformats.org/officeDocument/2006/relationships/image" Target="../media/image10.png"/><Relationship Id="rId37" Type="http://schemas.openxmlformats.org/officeDocument/2006/relationships/image" Target="../media/image50.svg"/><Relationship Id="rId40" Type="http://schemas.openxmlformats.org/officeDocument/2006/relationships/image" Target="../media/image53.png"/><Relationship Id="rId45" Type="http://schemas.openxmlformats.org/officeDocument/2006/relationships/image" Target="../media/image58.png"/><Relationship Id="rId5" Type="http://schemas.openxmlformats.org/officeDocument/2006/relationships/tags" Target="../tags/tag178.xml"/><Relationship Id="rId15" Type="http://schemas.openxmlformats.org/officeDocument/2006/relationships/tags" Target="../tags/tag188.xml"/><Relationship Id="rId23" Type="http://schemas.openxmlformats.org/officeDocument/2006/relationships/tags" Target="../tags/tag196.xml"/><Relationship Id="rId28" Type="http://schemas.openxmlformats.org/officeDocument/2006/relationships/tags" Target="../tags/tag201.xml"/><Relationship Id="rId36" Type="http://schemas.openxmlformats.org/officeDocument/2006/relationships/image" Target="../media/image49.png"/><Relationship Id="rId49" Type="http://schemas.openxmlformats.org/officeDocument/2006/relationships/image" Target="../media/image62.png"/><Relationship Id="rId10" Type="http://schemas.openxmlformats.org/officeDocument/2006/relationships/tags" Target="../tags/tag183.xml"/><Relationship Id="rId19" Type="http://schemas.openxmlformats.org/officeDocument/2006/relationships/tags" Target="../tags/tag192.xml"/><Relationship Id="rId31" Type="http://schemas.openxmlformats.org/officeDocument/2006/relationships/image" Target="../media/image46.png"/><Relationship Id="rId44" Type="http://schemas.openxmlformats.org/officeDocument/2006/relationships/image" Target="../media/image57.svg"/><Relationship Id="rId4" Type="http://schemas.openxmlformats.org/officeDocument/2006/relationships/tags" Target="../tags/tag177.xml"/><Relationship Id="rId9" Type="http://schemas.openxmlformats.org/officeDocument/2006/relationships/tags" Target="../tags/tag182.xml"/><Relationship Id="rId14" Type="http://schemas.openxmlformats.org/officeDocument/2006/relationships/tags" Target="../tags/tag187.xml"/><Relationship Id="rId22" Type="http://schemas.openxmlformats.org/officeDocument/2006/relationships/tags" Target="../tags/tag195.xml"/><Relationship Id="rId27" Type="http://schemas.openxmlformats.org/officeDocument/2006/relationships/tags" Target="../tags/tag200.xml"/><Relationship Id="rId30" Type="http://schemas.openxmlformats.org/officeDocument/2006/relationships/notesSlide" Target="../notesSlides/notesSlide9.xml"/><Relationship Id="rId35" Type="http://schemas.openxmlformats.org/officeDocument/2006/relationships/image" Target="../media/image48.svg"/><Relationship Id="rId43" Type="http://schemas.openxmlformats.org/officeDocument/2006/relationships/image" Target="../media/image56.svg"/><Relationship Id="rId48" Type="http://schemas.openxmlformats.org/officeDocument/2006/relationships/image" Target="../media/image61.svg"/><Relationship Id="rId8" Type="http://schemas.openxmlformats.org/officeDocument/2006/relationships/tags" Target="../tags/tag181.xml"/><Relationship Id="rId3" Type="http://schemas.openxmlformats.org/officeDocument/2006/relationships/tags" Target="../tags/tag176.xml"/><Relationship Id="rId12" Type="http://schemas.openxmlformats.org/officeDocument/2006/relationships/tags" Target="../tags/tag185.xml"/><Relationship Id="rId17" Type="http://schemas.openxmlformats.org/officeDocument/2006/relationships/tags" Target="../tags/tag190.xml"/><Relationship Id="rId25" Type="http://schemas.openxmlformats.org/officeDocument/2006/relationships/tags" Target="../tags/tag198.xml"/><Relationship Id="rId33" Type="http://schemas.openxmlformats.org/officeDocument/2006/relationships/image" Target="../media/image11.png"/><Relationship Id="rId38" Type="http://schemas.openxmlformats.org/officeDocument/2006/relationships/image" Target="../media/image51.png"/><Relationship Id="rId46" Type="http://schemas.openxmlformats.org/officeDocument/2006/relationships/image" Target="../media/image59.svg"/><Relationship Id="rId20" Type="http://schemas.openxmlformats.org/officeDocument/2006/relationships/tags" Target="../tags/tag193.xml"/><Relationship Id="rId41" Type="http://schemas.openxmlformats.org/officeDocument/2006/relationships/image" Target="../media/image54.svg"/><Relationship Id="rId1" Type="http://schemas.openxmlformats.org/officeDocument/2006/relationships/tags" Target="../tags/tag174.xml"/><Relationship Id="rId6" Type="http://schemas.openxmlformats.org/officeDocument/2006/relationships/tags" Target="../tags/tag17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13" Type="http://schemas.openxmlformats.org/officeDocument/2006/relationships/tags" Target="../tags/tag217.xml"/><Relationship Id="rId18" Type="http://schemas.openxmlformats.org/officeDocument/2006/relationships/tags" Target="../tags/tag222.xml"/><Relationship Id="rId26" Type="http://schemas.openxmlformats.org/officeDocument/2006/relationships/image" Target="../media/image11.png"/><Relationship Id="rId3" Type="http://schemas.openxmlformats.org/officeDocument/2006/relationships/tags" Target="../tags/tag207.xml"/><Relationship Id="rId21" Type="http://schemas.openxmlformats.org/officeDocument/2006/relationships/tags" Target="../tags/tag225.xml"/><Relationship Id="rId7" Type="http://schemas.openxmlformats.org/officeDocument/2006/relationships/tags" Target="../tags/tag211.xml"/><Relationship Id="rId12" Type="http://schemas.openxmlformats.org/officeDocument/2006/relationships/tags" Target="../tags/tag216.xml"/><Relationship Id="rId17" Type="http://schemas.openxmlformats.org/officeDocument/2006/relationships/tags" Target="../tags/tag221.xml"/><Relationship Id="rId25" Type="http://schemas.openxmlformats.org/officeDocument/2006/relationships/image" Target="../media/image10.png"/><Relationship Id="rId2" Type="http://schemas.openxmlformats.org/officeDocument/2006/relationships/tags" Target="../tags/tag206.xml"/><Relationship Id="rId16" Type="http://schemas.openxmlformats.org/officeDocument/2006/relationships/tags" Target="../tags/tag220.xml"/><Relationship Id="rId20" Type="http://schemas.openxmlformats.org/officeDocument/2006/relationships/tags" Target="../tags/tag224.xml"/><Relationship Id="rId29" Type="http://schemas.openxmlformats.org/officeDocument/2006/relationships/image" Target="../media/image66.svg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tags" Target="../tags/tag215.xml"/><Relationship Id="rId24" Type="http://schemas.openxmlformats.org/officeDocument/2006/relationships/notesSlide" Target="../notesSlides/notesSlide10.xml"/><Relationship Id="rId32" Type="http://schemas.openxmlformats.org/officeDocument/2006/relationships/image" Target="../media/image69.png"/><Relationship Id="rId5" Type="http://schemas.openxmlformats.org/officeDocument/2006/relationships/tags" Target="../tags/tag209.xml"/><Relationship Id="rId15" Type="http://schemas.openxmlformats.org/officeDocument/2006/relationships/tags" Target="../tags/tag219.xml"/><Relationship Id="rId23" Type="http://schemas.openxmlformats.org/officeDocument/2006/relationships/slideLayout" Target="../slideLayouts/slideLayout1.xml"/><Relationship Id="rId28" Type="http://schemas.openxmlformats.org/officeDocument/2006/relationships/image" Target="../media/image65.svg"/><Relationship Id="rId10" Type="http://schemas.openxmlformats.org/officeDocument/2006/relationships/tags" Target="../tags/tag214.xml"/><Relationship Id="rId19" Type="http://schemas.openxmlformats.org/officeDocument/2006/relationships/tags" Target="../tags/tag223.xml"/><Relationship Id="rId31" Type="http://schemas.openxmlformats.org/officeDocument/2006/relationships/image" Target="../media/image68.png"/><Relationship Id="rId4" Type="http://schemas.openxmlformats.org/officeDocument/2006/relationships/tags" Target="../tags/tag208.xml"/><Relationship Id="rId9" Type="http://schemas.openxmlformats.org/officeDocument/2006/relationships/tags" Target="../tags/tag213.xml"/><Relationship Id="rId14" Type="http://schemas.openxmlformats.org/officeDocument/2006/relationships/tags" Target="../tags/tag218.xml"/><Relationship Id="rId22" Type="http://schemas.openxmlformats.org/officeDocument/2006/relationships/tags" Target="../tags/tag226.xml"/><Relationship Id="rId27" Type="http://schemas.openxmlformats.org/officeDocument/2006/relationships/image" Target="../media/image64.png"/><Relationship Id="rId30" Type="http://schemas.openxmlformats.org/officeDocument/2006/relationships/image" Target="../media/image67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42.xml"/><Relationship Id="rId18" Type="http://schemas.openxmlformats.org/officeDocument/2006/relationships/tags" Target="../tags/tag247.xml"/><Relationship Id="rId26" Type="http://schemas.openxmlformats.org/officeDocument/2006/relationships/tags" Target="../tags/tag255.xml"/><Relationship Id="rId39" Type="http://schemas.openxmlformats.org/officeDocument/2006/relationships/tags" Target="../tags/tag268.xml"/><Relationship Id="rId21" Type="http://schemas.openxmlformats.org/officeDocument/2006/relationships/tags" Target="../tags/tag250.xml"/><Relationship Id="rId34" Type="http://schemas.openxmlformats.org/officeDocument/2006/relationships/tags" Target="../tags/tag263.xml"/><Relationship Id="rId42" Type="http://schemas.openxmlformats.org/officeDocument/2006/relationships/notesSlide" Target="../notesSlides/notesSlide11.xml"/><Relationship Id="rId47" Type="http://schemas.openxmlformats.org/officeDocument/2006/relationships/image" Target="../media/image72.png"/><Relationship Id="rId50" Type="http://schemas.openxmlformats.org/officeDocument/2006/relationships/image" Target="../media/image75.png"/><Relationship Id="rId7" Type="http://schemas.openxmlformats.org/officeDocument/2006/relationships/tags" Target="../tags/tag236.xml"/><Relationship Id="rId2" Type="http://schemas.openxmlformats.org/officeDocument/2006/relationships/tags" Target="../tags/tag231.xml"/><Relationship Id="rId16" Type="http://schemas.openxmlformats.org/officeDocument/2006/relationships/tags" Target="../tags/tag245.xml"/><Relationship Id="rId29" Type="http://schemas.openxmlformats.org/officeDocument/2006/relationships/tags" Target="../tags/tag258.xml"/><Relationship Id="rId11" Type="http://schemas.openxmlformats.org/officeDocument/2006/relationships/tags" Target="../tags/tag240.xml"/><Relationship Id="rId24" Type="http://schemas.openxmlformats.org/officeDocument/2006/relationships/tags" Target="../tags/tag253.xml"/><Relationship Id="rId32" Type="http://schemas.openxmlformats.org/officeDocument/2006/relationships/tags" Target="../tags/tag261.xml"/><Relationship Id="rId37" Type="http://schemas.openxmlformats.org/officeDocument/2006/relationships/tags" Target="../tags/tag266.xml"/><Relationship Id="rId40" Type="http://schemas.openxmlformats.org/officeDocument/2006/relationships/tags" Target="../tags/tag269.xml"/><Relationship Id="rId45" Type="http://schemas.openxmlformats.org/officeDocument/2006/relationships/image" Target="../media/image70.png"/><Relationship Id="rId53" Type="http://schemas.openxmlformats.org/officeDocument/2006/relationships/image" Target="../media/image78.svg"/><Relationship Id="rId5" Type="http://schemas.openxmlformats.org/officeDocument/2006/relationships/tags" Target="../tags/tag234.xml"/><Relationship Id="rId10" Type="http://schemas.openxmlformats.org/officeDocument/2006/relationships/tags" Target="../tags/tag239.xml"/><Relationship Id="rId19" Type="http://schemas.openxmlformats.org/officeDocument/2006/relationships/tags" Target="../tags/tag248.xml"/><Relationship Id="rId31" Type="http://schemas.openxmlformats.org/officeDocument/2006/relationships/tags" Target="../tags/tag260.xml"/><Relationship Id="rId44" Type="http://schemas.openxmlformats.org/officeDocument/2006/relationships/image" Target="../media/image11.png"/><Relationship Id="rId52" Type="http://schemas.openxmlformats.org/officeDocument/2006/relationships/image" Target="../media/image77.png"/><Relationship Id="rId4" Type="http://schemas.openxmlformats.org/officeDocument/2006/relationships/tags" Target="../tags/tag233.xml"/><Relationship Id="rId9" Type="http://schemas.openxmlformats.org/officeDocument/2006/relationships/tags" Target="../tags/tag238.xml"/><Relationship Id="rId14" Type="http://schemas.openxmlformats.org/officeDocument/2006/relationships/tags" Target="../tags/tag243.xml"/><Relationship Id="rId22" Type="http://schemas.openxmlformats.org/officeDocument/2006/relationships/tags" Target="../tags/tag251.xml"/><Relationship Id="rId27" Type="http://schemas.openxmlformats.org/officeDocument/2006/relationships/tags" Target="../tags/tag256.xml"/><Relationship Id="rId30" Type="http://schemas.openxmlformats.org/officeDocument/2006/relationships/tags" Target="../tags/tag259.xml"/><Relationship Id="rId35" Type="http://schemas.openxmlformats.org/officeDocument/2006/relationships/tags" Target="../tags/tag264.xml"/><Relationship Id="rId43" Type="http://schemas.openxmlformats.org/officeDocument/2006/relationships/image" Target="../media/image10.png"/><Relationship Id="rId48" Type="http://schemas.openxmlformats.org/officeDocument/2006/relationships/image" Target="../media/image73.png"/><Relationship Id="rId8" Type="http://schemas.openxmlformats.org/officeDocument/2006/relationships/tags" Target="../tags/tag237.xml"/><Relationship Id="rId51" Type="http://schemas.openxmlformats.org/officeDocument/2006/relationships/image" Target="../media/image76.svg"/><Relationship Id="rId3" Type="http://schemas.openxmlformats.org/officeDocument/2006/relationships/tags" Target="../tags/tag232.xml"/><Relationship Id="rId12" Type="http://schemas.openxmlformats.org/officeDocument/2006/relationships/tags" Target="../tags/tag241.xml"/><Relationship Id="rId17" Type="http://schemas.openxmlformats.org/officeDocument/2006/relationships/tags" Target="../tags/tag246.xml"/><Relationship Id="rId25" Type="http://schemas.openxmlformats.org/officeDocument/2006/relationships/tags" Target="../tags/tag254.xml"/><Relationship Id="rId33" Type="http://schemas.openxmlformats.org/officeDocument/2006/relationships/tags" Target="../tags/tag262.xml"/><Relationship Id="rId38" Type="http://schemas.openxmlformats.org/officeDocument/2006/relationships/tags" Target="../tags/tag267.xml"/><Relationship Id="rId46" Type="http://schemas.openxmlformats.org/officeDocument/2006/relationships/image" Target="../media/image71.png"/><Relationship Id="rId20" Type="http://schemas.openxmlformats.org/officeDocument/2006/relationships/tags" Target="../tags/tag249.xml"/><Relationship Id="rId41" Type="http://schemas.openxmlformats.org/officeDocument/2006/relationships/slideLayout" Target="../slideLayouts/slideLayout1.xml"/><Relationship Id="rId54" Type="http://schemas.openxmlformats.org/officeDocument/2006/relationships/image" Target="../media/image79.svg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5" Type="http://schemas.openxmlformats.org/officeDocument/2006/relationships/tags" Target="../tags/tag244.xml"/><Relationship Id="rId23" Type="http://schemas.openxmlformats.org/officeDocument/2006/relationships/tags" Target="../tags/tag252.xml"/><Relationship Id="rId28" Type="http://schemas.openxmlformats.org/officeDocument/2006/relationships/tags" Target="../tags/tag257.xml"/><Relationship Id="rId36" Type="http://schemas.openxmlformats.org/officeDocument/2006/relationships/tags" Target="../tags/tag265.xml"/><Relationship Id="rId49" Type="http://schemas.openxmlformats.org/officeDocument/2006/relationships/image" Target="../media/image7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275.xml"/><Relationship Id="rId7" Type="http://schemas.openxmlformats.org/officeDocument/2006/relationships/image" Target="../media/image10.png"/><Relationship Id="rId2" Type="http://schemas.openxmlformats.org/officeDocument/2006/relationships/tags" Target="../tags/tag274.xml"/><Relationship Id="rId1" Type="http://schemas.openxmlformats.org/officeDocument/2006/relationships/tags" Target="../tags/tag273.xml"/><Relationship Id="rId6" Type="http://schemas.openxmlformats.org/officeDocument/2006/relationships/image" Target="../media/image80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tags" Target="../tags/tag281.xml"/><Relationship Id="rId7" Type="http://schemas.openxmlformats.org/officeDocument/2006/relationships/image" Target="../media/image11.png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83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287.xml"/><Relationship Id="rId7" Type="http://schemas.openxmlformats.org/officeDocument/2006/relationships/image" Target="../media/image10.png"/><Relationship Id="rId2" Type="http://schemas.openxmlformats.org/officeDocument/2006/relationships/tags" Target="../tags/tag286.xml"/><Relationship Id="rId1" Type="http://schemas.openxmlformats.org/officeDocument/2006/relationships/tags" Target="../tags/tag285.xml"/><Relationship Id="rId6" Type="http://schemas.openxmlformats.org/officeDocument/2006/relationships/image" Target="../media/image84.png"/><Relationship Id="rId5" Type="http://schemas.openxmlformats.org/officeDocument/2006/relationships/notesSlide" Target="../notesSlides/notesSlide14.xml"/><Relationship Id="rId10" Type="http://schemas.openxmlformats.org/officeDocument/2006/relationships/image" Target="../media/image86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tags" Target="../tags/tag316.xml"/><Relationship Id="rId117" Type="http://schemas.openxmlformats.org/officeDocument/2006/relationships/image" Target="../media/image105.png"/><Relationship Id="rId21" Type="http://schemas.openxmlformats.org/officeDocument/2006/relationships/tags" Target="../tags/tag311.xml"/><Relationship Id="rId42" Type="http://schemas.openxmlformats.org/officeDocument/2006/relationships/tags" Target="../tags/tag332.xml"/><Relationship Id="rId47" Type="http://schemas.openxmlformats.org/officeDocument/2006/relationships/tags" Target="../tags/tag337.xml"/><Relationship Id="rId63" Type="http://schemas.openxmlformats.org/officeDocument/2006/relationships/tags" Target="../tags/tag353.xml"/><Relationship Id="rId68" Type="http://schemas.openxmlformats.org/officeDocument/2006/relationships/tags" Target="../tags/tag358.xml"/><Relationship Id="rId84" Type="http://schemas.openxmlformats.org/officeDocument/2006/relationships/tags" Target="../tags/tag374.xml"/><Relationship Id="rId89" Type="http://schemas.openxmlformats.org/officeDocument/2006/relationships/tags" Target="../tags/tag379.xml"/><Relationship Id="rId112" Type="http://schemas.openxmlformats.org/officeDocument/2006/relationships/image" Target="../media/image100.svg"/><Relationship Id="rId16" Type="http://schemas.openxmlformats.org/officeDocument/2006/relationships/tags" Target="../tags/tag306.xml"/><Relationship Id="rId107" Type="http://schemas.openxmlformats.org/officeDocument/2006/relationships/image" Target="../media/image95.svg"/><Relationship Id="rId11" Type="http://schemas.openxmlformats.org/officeDocument/2006/relationships/tags" Target="../tags/tag301.xml"/><Relationship Id="rId32" Type="http://schemas.openxmlformats.org/officeDocument/2006/relationships/tags" Target="../tags/tag322.xml"/><Relationship Id="rId37" Type="http://schemas.openxmlformats.org/officeDocument/2006/relationships/tags" Target="../tags/tag327.xml"/><Relationship Id="rId53" Type="http://schemas.openxmlformats.org/officeDocument/2006/relationships/tags" Target="../tags/tag343.xml"/><Relationship Id="rId58" Type="http://schemas.openxmlformats.org/officeDocument/2006/relationships/tags" Target="../tags/tag348.xml"/><Relationship Id="rId74" Type="http://schemas.openxmlformats.org/officeDocument/2006/relationships/tags" Target="../tags/tag364.xml"/><Relationship Id="rId79" Type="http://schemas.openxmlformats.org/officeDocument/2006/relationships/tags" Target="../tags/tag369.xml"/><Relationship Id="rId102" Type="http://schemas.openxmlformats.org/officeDocument/2006/relationships/image" Target="../media/image90.png"/><Relationship Id="rId5" Type="http://schemas.openxmlformats.org/officeDocument/2006/relationships/tags" Target="../tags/tag295.xml"/><Relationship Id="rId90" Type="http://schemas.openxmlformats.org/officeDocument/2006/relationships/tags" Target="../tags/tag380.xml"/><Relationship Id="rId95" Type="http://schemas.openxmlformats.org/officeDocument/2006/relationships/slideLayout" Target="../slideLayouts/slideLayout1.xml"/><Relationship Id="rId22" Type="http://schemas.openxmlformats.org/officeDocument/2006/relationships/tags" Target="../tags/tag312.xml"/><Relationship Id="rId27" Type="http://schemas.openxmlformats.org/officeDocument/2006/relationships/tags" Target="../tags/tag317.xml"/><Relationship Id="rId43" Type="http://schemas.openxmlformats.org/officeDocument/2006/relationships/tags" Target="../tags/tag333.xml"/><Relationship Id="rId48" Type="http://schemas.openxmlformats.org/officeDocument/2006/relationships/tags" Target="../tags/tag338.xml"/><Relationship Id="rId64" Type="http://schemas.openxmlformats.org/officeDocument/2006/relationships/tags" Target="../tags/tag354.xml"/><Relationship Id="rId69" Type="http://schemas.openxmlformats.org/officeDocument/2006/relationships/tags" Target="../tags/tag359.xml"/><Relationship Id="rId113" Type="http://schemas.openxmlformats.org/officeDocument/2006/relationships/image" Target="../media/image101.png"/><Relationship Id="rId80" Type="http://schemas.openxmlformats.org/officeDocument/2006/relationships/tags" Target="../tags/tag370.xml"/><Relationship Id="rId85" Type="http://schemas.openxmlformats.org/officeDocument/2006/relationships/tags" Target="../tags/tag375.xml"/><Relationship Id="rId12" Type="http://schemas.openxmlformats.org/officeDocument/2006/relationships/tags" Target="../tags/tag302.xml"/><Relationship Id="rId17" Type="http://schemas.openxmlformats.org/officeDocument/2006/relationships/tags" Target="../tags/tag307.xml"/><Relationship Id="rId33" Type="http://schemas.openxmlformats.org/officeDocument/2006/relationships/tags" Target="../tags/tag323.xml"/><Relationship Id="rId38" Type="http://schemas.openxmlformats.org/officeDocument/2006/relationships/tags" Target="../tags/tag328.xml"/><Relationship Id="rId59" Type="http://schemas.openxmlformats.org/officeDocument/2006/relationships/tags" Target="../tags/tag349.xml"/><Relationship Id="rId103" Type="http://schemas.openxmlformats.org/officeDocument/2006/relationships/image" Target="../media/image91.svg"/><Relationship Id="rId108" Type="http://schemas.openxmlformats.org/officeDocument/2006/relationships/image" Target="../media/image96.png"/><Relationship Id="rId54" Type="http://schemas.openxmlformats.org/officeDocument/2006/relationships/tags" Target="../tags/tag344.xml"/><Relationship Id="rId70" Type="http://schemas.openxmlformats.org/officeDocument/2006/relationships/tags" Target="../tags/tag360.xml"/><Relationship Id="rId75" Type="http://schemas.openxmlformats.org/officeDocument/2006/relationships/tags" Target="../tags/tag365.xml"/><Relationship Id="rId91" Type="http://schemas.openxmlformats.org/officeDocument/2006/relationships/tags" Target="../tags/tag381.xml"/><Relationship Id="rId96" Type="http://schemas.openxmlformats.org/officeDocument/2006/relationships/notesSlide" Target="../notesSlides/notesSlide15.xml"/><Relationship Id="rId1" Type="http://schemas.openxmlformats.org/officeDocument/2006/relationships/tags" Target="../tags/tag291.xml"/><Relationship Id="rId6" Type="http://schemas.openxmlformats.org/officeDocument/2006/relationships/tags" Target="../tags/tag296.xml"/><Relationship Id="rId23" Type="http://schemas.openxmlformats.org/officeDocument/2006/relationships/tags" Target="../tags/tag313.xml"/><Relationship Id="rId28" Type="http://schemas.openxmlformats.org/officeDocument/2006/relationships/tags" Target="../tags/tag318.xml"/><Relationship Id="rId49" Type="http://schemas.openxmlformats.org/officeDocument/2006/relationships/tags" Target="../tags/tag339.xml"/><Relationship Id="rId114" Type="http://schemas.openxmlformats.org/officeDocument/2006/relationships/image" Target="../media/image102.svg"/><Relationship Id="rId10" Type="http://schemas.openxmlformats.org/officeDocument/2006/relationships/tags" Target="../tags/tag300.xml"/><Relationship Id="rId31" Type="http://schemas.openxmlformats.org/officeDocument/2006/relationships/tags" Target="../tags/tag321.xml"/><Relationship Id="rId44" Type="http://schemas.openxmlformats.org/officeDocument/2006/relationships/tags" Target="../tags/tag334.xml"/><Relationship Id="rId52" Type="http://schemas.openxmlformats.org/officeDocument/2006/relationships/tags" Target="../tags/tag342.xml"/><Relationship Id="rId60" Type="http://schemas.openxmlformats.org/officeDocument/2006/relationships/tags" Target="../tags/tag350.xml"/><Relationship Id="rId65" Type="http://schemas.openxmlformats.org/officeDocument/2006/relationships/tags" Target="../tags/tag355.xml"/><Relationship Id="rId73" Type="http://schemas.openxmlformats.org/officeDocument/2006/relationships/tags" Target="../tags/tag363.xml"/><Relationship Id="rId78" Type="http://schemas.openxmlformats.org/officeDocument/2006/relationships/tags" Target="../tags/tag368.xml"/><Relationship Id="rId81" Type="http://schemas.openxmlformats.org/officeDocument/2006/relationships/tags" Target="../tags/tag371.xml"/><Relationship Id="rId86" Type="http://schemas.openxmlformats.org/officeDocument/2006/relationships/tags" Target="../tags/tag376.xml"/><Relationship Id="rId94" Type="http://schemas.openxmlformats.org/officeDocument/2006/relationships/tags" Target="../tags/tag384.xml"/><Relationship Id="rId99" Type="http://schemas.openxmlformats.org/officeDocument/2006/relationships/image" Target="../media/image87.png"/><Relationship Id="rId101" Type="http://schemas.openxmlformats.org/officeDocument/2006/relationships/image" Target="../media/image89.svg"/><Relationship Id="rId4" Type="http://schemas.openxmlformats.org/officeDocument/2006/relationships/tags" Target="../tags/tag294.xml"/><Relationship Id="rId9" Type="http://schemas.openxmlformats.org/officeDocument/2006/relationships/tags" Target="../tags/tag299.xml"/><Relationship Id="rId13" Type="http://schemas.openxmlformats.org/officeDocument/2006/relationships/tags" Target="../tags/tag303.xml"/><Relationship Id="rId18" Type="http://schemas.openxmlformats.org/officeDocument/2006/relationships/tags" Target="../tags/tag308.xml"/><Relationship Id="rId39" Type="http://schemas.openxmlformats.org/officeDocument/2006/relationships/tags" Target="../tags/tag329.xml"/><Relationship Id="rId109" Type="http://schemas.openxmlformats.org/officeDocument/2006/relationships/image" Target="../media/image97.png"/><Relationship Id="rId34" Type="http://schemas.openxmlformats.org/officeDocument/2006/relationships/tags" Target="../tags/tag324.xml"/><Relationship Id="rId50" Type="http://schemas.openxmlformats.org/officeDocument/2006/relationships/tags" Target="../tags/tag340.xml"/><Relationship Id="rId55" Type="http://schemas.openxmlformats.org/officeDocument/2006/relationships/tags" Target="../tags/tag345.xml"/><Relationship Id="rId76" Type="http://schemas.openxmlformats.org/officeDocument/2006/relationships/tags" Target="../tags/tag366.xml"/><Relationship Id="rId97" Type="http://schemas.openxmlformats.org/officeDocument/2006/relationships/image" Target="../media/image10.png"/><Relationship Id="rId104" Type="http://schemas.openxmlformats.org/officeDocument/2006/relationships/image" Target="../media/image92.png"/><Relationship Id="rId7" Type="http://schemas.openxmlformats.org/officeDocument/2006/relationships/tags" Target="../tags/tag297.xml"/><Relationship Id="rId71" Type="http://schemas.openxmlformats.org/officeDocument/2006/relationships/tags" Target="../tags/tag361.xml"/><Relationship Id="rId92" Type="http://schemas.openxmlformats.org/officeDocument/2006/relationships/tags" Target="../tags/tag382.xml"/><Relationship Id="rId2" Type="http://schemas.openxmlformats.org/officeDocument/2006/relationships/tags" Target="../tags/tag292.xml"/><Relationship Id="rId29" Type="http://schemas.openxmlformats.org/officeDocument/2006/relationships/tags" Target="../tags/tag319.xml"/><Relationship Id="rId24" Type="http://schemas.openxmlformats.org/officeDocument/2006/relationships/tags" Target="../tags/tag314.xml"/><Relationship Id="rId40" Type="http://schemas.openxmlformats.org/officeDocument/2006/relationships/tags" Target="../tags/tag330.xml"/><Relationship Id="rId45" Type="http://schemas.openxmlformats.org/officeDocument/2006/relationships/tags" Target="../tags/tag335.xml"/><Relationship Id="rId66" Type="http://schemas.openxmlformats.org/officeDocument/2006/relationships/tags" Target="../tags/tag356.xml"/><Relationship Id="rId87" Type="http://schemas.openxmlformats.org/officeDocument/2006/relationships/tags" Target="../tags/tag377.xml"/><Relationship Id="rId110" Type="http://schemas.openxmlformats.org/officeDocument/2006/relationships/image" Target="../media/image98.svg"/><Relationship Id="rId115" Type="http://schemas.openxmlformats.org/officeDocument/2006/relationships/image" Target="../media/image103.png"/><Relationship Id="rId61" Type="http://schemas.openxmlformats.org/officeDocument/2006/relationships/tags" Target="../tags/tag351.xml"/><Relationship Id="rId82" Type="http://schemas.openxmlformats.org/officeDocument/2006/relationships/tags" Target="../tags/tag372.xml"/><Relationship Id="rId19" Type="http://schemas.openxmlformats.org/officeDocument/2006/relationships/tags" Target="../tags/tag309.xml"/><Relationship Id="rId14" Type="http://schemas.openxmlformats.org/officeDocument/2006/relationships/tags" Target="../tags/tag304.xml"/><Relationship Id="rId30" Type="http://schemas.openxmlformats.org/officeDocument/2006/relationships/tags" Target="../tags/tag320.xml"/><Relationship Id="rId35" Type="http://schemas.openxmlformats.org/officeDocument/2006/relationships/tags" Target="../tags/tag325.xml"/><Relationship Id="rId56" Type="http://schemas.openxmlformats.org/officeDocument/2006/relationships/tags" Target="../tags/tag346.xml"/><Relationship Id="rId77" Type="http://schemas.openxmlformats.org/officeDocument/2006/relationships/tags" Target="../tags/tag367.xml"/><Relationship Id="rId100" Type="http://schemas.openxmlformats.org/officeDocument/2006/relationships/image" Target="../media/image88.png"/><Relationship Id="rId105" Type="http://schemas.openxmlformats.org/officeDocument/2006/relationships/image" Target="../media/image93.svg"/><Relationship Id="rId8" Type="http://schemas.openxmlformats.org/officeDocument/2006/relationships/tags" Target="../tags/tag298.xml"/><Relationship Id="rId51" Type="http://schemas.openxmlformats.org/officeDocument/2006/relationships/tags" Target="../tags/tag341.xml"/><Relationship Id="rId72" Type="http://schemas.openxmlformats.org/officeDocument/2006/relationships/tags" Target="../tags/tag362.xml"/><Relationship Id="rId93" Type="http://schemas.openxmlformats.org/officeDocument/2006/relationships/tags" Target="../tags/tag383.xml"/><Relationship Id="rId98" Type="http://schemas.openxmlformats.org/officeDocument/2006/relationships/image" Target="../media/image11.png"/><Relationship Id="rId3" Type="http://schemas.openxmlformats.org/officeDocument/2006/relationships/tags" Target="../tags/tag293.xml"/><Relationship Id="rId25" Type="http://schemas.openxmlformats.org/officeDocument/2006/relationships/tags" Target="../tags/tag315.xml"/><Relationship Id="rId46" Type="http://schemas.openxmlformats.org/officeDocument/2006/relationships/tags" Target="../tags/tag336.xml"/><Relationship Id="rId67" Type="http://schemas.openxmlformats.org/officeDocument/2006/relationships/tags" Target="../tags/tag357.xml"/><Relationship Id="rId116" Type="http://schemas.openxmlformats.org/officeDocument/2006/relationships/image" Target="../media/image104.svg"/><Relationship Id="rId20" Type="http://schemas.openxmlformats.org/officeDocument/2006/relationships/tags" Target="../tags/tag310.xml"/><Relationship Id="rId41" Type="http://schemas.openxmlformats.org/officeDocument/2006/relationships/tags" Target="../tags/tag331.xml"/><Relationship Id="rId62" Type="http://schemas.openxmlformats.org/officeDocument/2006/relationships/tags" Target="../tags/tag352.xml"/><Relationship Id="rId83" Type="http://schemas.openxmlformats.org/officeDocument/2006/relationships/tags" Target="../tags/tag373.xml"/><Relationship Id="rId88" Type="http://schemas.openxmlformats.org/officeDocument/2006/relationships/tags" Target="../tags/tag378.xml"/><Relationship Id="rId111" Type="http://schemas.openxmlformats.org/officeDocument/2006/relationships/image" Target="../media/image99.png"/><Relationship Id="rId15" Type="http://schemas.openxmlformats.org/officeDocument/2006/relationships/tags" Target="../tags/tag305.xml"/><Relationship Id="rId36" Type="http://schemas.openxmlformats.org/officeDocument/2006/relationships/tags" Target="../tags/tag326.xml"/><Relationship Id="rId57" Type="http://schemas.openxmlformats.org/officeDocument/2006/relationships/tags" Target="../tags/tag347.xml"/><Relationship Id="rId106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400.xml"/><Relationship Id="rId18" Type="http://schemas.openxmlformats.org/officeDocument/2006/relationships/tags" Target="../tags/tag405.xml"/><Relationship Id="rId26" Type="http://schemas.openxmlformats.org/officeDocument/2006/relationships/tags" Target="../tags/tag413.xml"/><Relationship Id="rId3" Type="http://schemas.openxmlformats.org/officeDocument/2006/relationships/tags" Target="../tags/tag390.xml"/><Relationship Id="rId21" Type="http://schemas.openxmlformats.org/officeDocument/2006/relationships/tags" Target="../tags/tag408.xml"/><Relationship Id="rId34" Type="http://schemas.openxmlformats.org/officeDocument/2006/relationships/image" Target="../media/image108.png"/><Relationship Id="rId7" Type="http://schemas.openxmlformats.org/officeDocument/2006/relationships/tags" Target="../tags/tag394.xml"/><Relationship Id="rId12" Type="http://schemas.openxmlformats.org/officeDocument/2006/relationships/tags" Target="../tags/tag399.xml"/><Relationship Id="rId17" Type="http://schemas.openxmlformats.org/officeDocument/2006/relationships/tags" Target="../tags/tag404.xml"/><Relationship Id="rId25" Type="http://schemas.openxmlformats.org/officeDocument/2006/relationships/tags" Target="../tags/tag412.xml"/><Relationship Id="rId33" Type="http://schemas.openxmlformats.org/officeDocument/2006/relationships/image" Target="../media/image107.png"/><Relationship Id="rId2" Type="http://schemas.openxmlformats.org/officeDocument/2006/relationships/tags" Target="../tags/tag389.xml"/><Relationship Id="rId16" Type="http://schemas.openxmlformats.org/officeDocument/2006/relationships/tags" Target="../tags/tag403.xml"/><Relationship Id="rId20" Type="http://schemas.openxmlformats.org/officeDocument/2006/relationships/tags" Target="../tags/tag407.xml"/><Relationship Id="rId29" Type="http://schemas.openxmlformats.org/officeDocument/2006/relationships/notesSlide" Target="../notesSlides/notesSlide16.xml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1" Type="http://schemas.openxmlformats.org/officeDocument/2006/relationships/tags" Target="../tags/tag398.xml"/><Relationship Id="rId24" Type="http://schemas.openxmlformats.org/officeDocument/2006/relationships/tags" Target="../tags/tag411.xml"/><Relationship Id="rId32" Type="http://schemas.openxmlformats.org/officeDocument/2006/relationships/image" Target="../media/image106.png"/><Relationship Id="rId5" Type="http://schemas.openxmlformats.org/officeDocument/2006/relationships/tags" Target="../tags/tag392.xml"/><Relationship Id="rId15" Type="http://schemas.openxmlformats.org/officeDocument/2006/relationships/tags" Target="../tags/tag402.xml"/><Relationship Id="rId23" Type="http://schemas.openxmlformats.org/officeDocument/2006/relationships/tags" Target="../tags/tag410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397.xml"/><Relationship Id="rId19" Type="http://schemas.openxmlformats.org/officeDocument/2006/relationships/tags" Target="../tags/tag406.xml"/><Relationship Id="rId31" Type="http://schemas.openxmlformats.org/officeDocument/2006/relationships/image" Target="../media/image11.png"/><Relationship Id="rId4" Type="http://schemas.openxmlformats.org/officeDocument/2006/relationships/tags" Target="../tags/tag391.xml"/><Relationship Id="rId9" Type="http://schemas.openxmlformats.org/officeDocument/2006/relationships/tags" Target="../tags/tag396.xml"/><Relationship Id="rId14" Type="http://schemas.openxmlformats.org/officeDocument/2006/relationships/tags" Target="../tags/tag401.xml"/><Relationship Id="rId22" Type="http://schemas.openxmlformats.org/officeDocument/2006/relationships/tags" Target="../tags/tag409.xml"/><Relationship Id="rId27" Type="http://schemas.openxmlformats.org/officeDocument/2006/relationships/tags" Target="../tags/tag414.xml"/><Relationship Id="rId30" Type="http://schemas.openxmlformats.org/officeDocument/2006/relationships/image" Target="../media/image10.png"/><Relationship Id="rId35" Type="http://schemas.openxmlformats.org/officeDocument/2006/relationships/image" Target="../media/image109.png"/><Relationship Id="rId8" Type="http://schemas.openxmlformats.org/officeDocument/2006/relationships/tags" Target="../tags/tag39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25.xml"/><Relationship Id="rId13" Type="http://schemas.openxmlformats.org/officeDocument/2006/relationships/tags" Target="../tags/tag430.xml"/><Relationship Id="rId18" Type="http://schemas.openxmlformats.org/officeDocument/2006/relationships/tags" Target="../tags/tag435.xml"/><Relationship Id="rId26" Type="http://schemas.openxmlformats.org/officeDocument/2006/relationships/image" Target="../media/image112.png"/><Relationship Id="rId3" Type="http://schemas.openxmlformats.org/officeDocument/2006/relationships/tags" Target="../tags/tag420.xml"/><Relationship Id="rId21" Type="http://schemas.openxmlformats.org/officeDocument/2006/relationships/notesSlide" Target="../notesSlides/notesSlide17.xml"/><Relationship Id="rId7" Type="http://schemas.openxmlformats.org/officeDocument/2006/relationships/tags" Target="../tags/tag424.xml"/><Relationship Id="rId12" Type="http://schemas.openxmlformats.org/officeDocument/2006/relationships/tags" Target="../tags/tag429.xml"/><Relationship Id="rId17" Type="http://schemas.openxmlformats.org/officeDocument/2006/relationships/tags" Target="../tags/tag434.xml"/><Relationship Id="rId25" Type="http://schemas.openxmlformats.org/officeDocument/2006/relationships/image" Target="../media/image111.svg"/><Relationship Id="rId2" Type="http://schemas.openxmlformats.org/officeDocument/2006/relationships/tags" Target="../tags/tag419.xml"/><Relationship Id="rId16" Type="http://schemas.openxmlformats.org/officeDocument/2006/relationships/tags" Target="../tags/tag433.xml"/><Relationship Id="rId20" Type="http://schemas.openxmlformats.org/officeDocument/2006/relationships/slideLayout" Target="../slideLayouts/slideLayout1.xml"/><Relationship Id="rId29" Type="http://schemas.openxmlformats.org/officeDocument/2006/relationships/image" Target="../media/image115.svg"/><Relationship Id="rId1" Type="http://schemas.openxmlformats.org/officeDocument/2006/relationships/tags" Target="../tags/tag418.xml"/><Relationship Id="rId6" Type="http://schemas.openxmlformats.org/officeDocument/2006/relationships/tags" Target="../tags/tag423.xml"/><Relationship Id="rId11" Type="http://schemas.openxmlformats.org/officeDocument/2006/relationships/tags" Target="../tags/tag428.xml"/><Relationship Id="rId24" Type="http://schemas.openxmlformats.org/officeDocument/2006/relationships/image" Target="../media/image110.png"/><Relationship Id="rId5" Type="http://schemas.openxmlformats.org/officeDocument/2006/relationships/tags" Target="../tags/tag422.xml"/><Relationship Id="rId15" Type="http://schemas.openxmlformats.org/officeDocument/2006/relationships/tags" Target="../tags/tag432.xml"/><Relationship Id="rId23" Type="http://schemas.openxmlformats.org/officeDocument/2006/relationships/image" Target="../media/image11.png"/><Relationship Id="rId28" Type="http://schemas.openxmlformats.org/officeDocument/2006/relationships/image" Target="../media/image114.png"/><Relationship Id="rId10" Type="http://schemas.openxmlformats.org/officeDocument/2006/relationships/tags" Target="../tags/tag427.xml"/><Relationship Id="rId19" Type="http://schemas.openxmlformats.org/officeDocument/2006/relationships/tags" Target="../tags/tag436.xml"/><Relationship Id="rId4" Type="http://schemas.openxmlformats.org/officeDocument/2006/relationships/tags" Target="../tags/tag421.xml"/><Relationship Id="rId9" Type="http://schemas.openxmlformats.org/officeDocument/2006/relationships/tags" Target="../tags/tag426.xml"/><Relationship Id="rId14" Type="http://schemas.openxmlformats.org/officeDocument/2006/relationships/tags" Target="../tags/tag431.xml"/><Relationship Id="rId22" Type="http://schemas.openxmlformats.org/officeDocument/2006/relationships/image" Target="../media/image10.png"/><Relationship Id="rId27" Type="http://schemas.openxmlformats.org/officeDocument/2006/relationships/image" Target="../media/image113.sv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452.xml"/><Relationship Id="rId18" Type="http://schemas.openxmlformats.org/officeDocument/2006/relationships/tags" Target="../tags/tag457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442.xml"/><Relationship Id="rId21" Type="http://schemas.openxmlformats.org/officeDocument/2006/relationships/tags" Target="../tags/tag460.xml"/><Relationship Id="rId34" Type="http://schemas.openxmlformats.org/officeDocument/2006/relationships/image" Target="../media/image120.png"/><Relationship Id="rId7" Type="http://schemas.openxmlformats.org/officeDocument/2006/relationships/tags" Target="../tags/tag446.xml"/><Relationship Id="rId12" Type="http://schemas.openxmlformats.org/officeDocument/2006/relationships/tags" Target="../tags/tag451.xml"/><Relationship Id="rId17" Type="http://schemas.openxmlformats.org/officeDocument/2006/relationships/tags" Target="../tags/tag456.xml"/><Relationship Id="rId25" Type="http://schemas.openxmlformats.org/officeDocument/2006/relationships/tags" Target="../tags/tag464.xml"/><Relationship Id="rId33" Type="http://schemas.openxmlformats.org/officeDocument/2006/relationships/image" Target="../media/image119.svg"/><Relationship Id="rId2" Type="http://schemas.openxmlformats.org/officeDocument/2006/relationships/tags" Target="../tags/tag441.xml"/><Relationship Id="rId16" Type="http://schemas.openxmlformats.org/officeDocument/2006/relationships/tags" Target="../tags/tag455.xml"/><Relationship Id="rId20" Type="http://schemas.openxmlformats.org/officeDocument/2006/relationships/tags" Target="../tags/tag459.xml"/><Relationship Id="rId29" Type="http://schemas.openxmlformats.org/officeDocument/2006/relationships/image" Target="../media/image117.svg"/><Relationship Id="rId1" Type="http://schemas.openxmlformats.org/officeDocument/2006/relationships/tags" Target="../tags/tag440.xml"/><Relationship Id="rId6" Type="http://schemas.openxmlformats.org/officeDocument/2006/relationships/tags" Target="../tags/tag445.xml"/><Relationship Id="rId11" Type="http://schemas.openxmlformats.org/officeDocument/2006/relationships/tags" Target="../tags/tag450.xml"/><Relationship Id="rId24" Type="http://schemas.openxmlformats.org/officeDocument/2006/relationships/tags" Target="../tags/tag463.xml"/><Relationship Id="rId32" Type="http://schemas.openxmlformats.org/officeDocument/2006/relationships/image" Target="../media/image118.png"/><Relationship Id="rId5" Type="http://schemas.openxmlformats.org/officeDocument/2006/relationships/tags" Target="../tags/tag444.xml"/><Relationship Id="rId15" Type="http://schemas.openxmlformats.org/officeDocument/2006/relationships/tags" Target="../tags/tag454.xml"/><Relationship Id="rId23" Type="http://schemas.openxmlformats.org/officeDocument/2006/relationships/tags" Target="../tags/tag462.xml"/><Relationship Id="rId28" Type="http://schemas.openxmlformats.org/officeDocument/2006/relationships/image" Target="../media/image116.png"/><Relationship Id="rId10" Type="http://schemas.openxmlformats.org/officeDocument/2006/relationships/tags" Target="../tags/tag449.xml"/><Relationship Id="rId19" Type="http://schemas.openxmlformats.org/officeDocument/2006/relationships/tags" Target="../tags/tag458.xml"/><Relationship Id="rId31" Type="http://schemas.openxmlformats.org/officeDocument/2006/relationships/image" Target="../media/image11.png"/><Relationship Id="rId4" Type="http://schemas.openxmlformats.org/officeDocument/2006/relationships/tags" Target="../tags/tag443.xml"/><Relationship Id="rId9" Type="http://schemas.openxmlformats.org/officeDocument/2006/relationships/tags" Target="../tags/tag448.xml"/><Relationship Id="rId14" Type="http://schemas.openxmlformats.org/officeDocument/2006/relationships/tags" Target="../tags/tag453.xml"/><Relationship Id="rId22" Type="http://schemas.openxmlformats.org/officeDocument/2006/relationships/tags" Target="../tags/tag461.xml"/><Relationship Id="rId27" Type="http://schemas.openxmlformats.org/officeDocument/2006/relationships/notesSlide" Target="../notesSlides/notesSlide18.xml"/><Relationship Id="rId30" Type="http://schemas.openxmlformats.org/officeDocument/2006/relationships/image" Target="../media/image10.png"/><Relationship Id="rId35" Type="http://schemas.openxmlformats.org/officeDocument/2006/relationships/image" Target="../media/image121.svg"/><Relationship Id="rId8" Type="http://schemas.openxmlformats.org/officeDocument/2006/relationships/tags" Target="../tags/tag44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75.xml"/><Relationship Id="rId13" Type="http://schemas.openxmlformats.org/officeDocument/2006/relationships/image" Target="../media/image124.png"/><Relationship Id="rId3" Type="http://schemas.openxmlformats.org/officeDocument/2006/relationships/tags" Target="../tags/tag470.xml"/><Relationship Id="rId7" Type="http://schemas.openxmlformats.org/officeDocument/2006/relationships/tags" Target="../tags/tag474.xml"/><Relationship Id="rId12" Type="http://schemas.openxmlformats.org/officeDocument/2006/relationships/image" Target="../media/image123.png"/><Relationship Id="rId2" Type="http://schemas.openxmlformats.org/officeDocument/2006/relationships/tags" Target="../tags/tag469.xml"/><Relationship Id="rId1" Type="http://schemas.openxmlformats.org/officeDocument/2006/relationships/tags" Target="../tags/tag468.xml"/><Relationship Id="rId6" Type="http://schemas.openxmlformats.org/officeDocument/2006/relationships/tags" Target="../tags/tag473.xml"/><Relationship Id="rId11" Type="http://schemas.openxmlformats.org/officeDocument/2006/relationships/image" Target="../media/image122.png"/><Relationship Id="rId5" Type="http://schemas.openxmlformats.org/officeDocument/2006/relationships/tags" Target="../tags/tag472.xml"/><Relationship Id="rId10" Type="http://schemas.openxmlformats.org/officeDocument/2006/relationships/notesSlide" Target="../notesSlides/notesSlide19.xml"/><Relationship Id="rId4" Type="http://schemas.openxmlformats.org/officeDocument/2006/relationships/tags" Target="../tags/tag471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d4f14a91110eed80d95e9ee835151177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26" y="1736370"/>
            <a:ext cx="10993549" cy="227683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68fe1269-8cc2-4116-97e6-2e27b97da75f_image_a64c0d0e401139dc71eb9cf1168afb74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27" y="1736371"/>
            <a:ext cx="821803" cy="867934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68fe1269-8cc2-4116-97e6-2e27b97da75f_image_a378cef172703a1f795be372f0b9f638_14123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1778" y="3429000"/>
            <a:ext cx="1430995" cy="2106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38537" y="4526254"/>
            <a:ext cx="10114925" cy="2443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22"/>
              </a:lnSpc>
            </a:pP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姓名：孟帅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学号：2021010910
</a:t>
            </a: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导师：邬东璠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时间：2026.04.01</a:t>
            </a:r>
            <a:endParaRPr lang="en-US" sz="15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1"/>
          <p:cNvSpPr/>
          <p:nvPr/>
        </p:nvSpPr>
        <p:spPr>
          <a:xfrm>
            <a:off x="1053166" y="2070373"/>
            <a:ext cx="10114925" cy="17592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680"/>
              </a:lnSpc>
            </a:pPr>
            <a:r>
              <a:rPr lang="en-US" sz="2400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基于多元大数据</a:t>
            </a:r>
            <a:r>
              <a:rPr lang="en-US" sz="24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 
</a:t>
            </a:r>
            <a:r>
              <a:rPr lang="en-US" sz="3120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佛山市南海区文旅融合</a:t>
            </a:r>
            <a:r>
              <a:rPr lang="zh-CN" altLang="en-US" sz="312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研究</a:t>
            </a:r>
            <a:endParaRPr lang="en-US" sz="3120" dirty="0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DejaVu Sans"/>
            </a:endParaRPr>
          </a:p>
          <a:p>
            <a:pPr>
              <a:lnSpc>
                <a:spcPts val="4680"/>
              </a:lnSpc>
            </a:pPr>
            <a:r>
              <a:rPr lang="en-US" sz="312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</a:t>
            </a:r>
            <a:r>
              <a:rPr lang="en-US" altLang="zh-CN" sz="2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中期汇报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DC0CF87B-110F-CA56-D8DD-317E3E92DF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b0d84d28a4a112fb7b7c16311608c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114985"/>
            <a:ext cx="534653" cy="576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5193" y="220359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pic>
        <p:nvPicPr>
          <p:cNvPr id="4" name="Image 1" descr="https://test.web.static.jianzeppt.com/ppt-temp-img3/1ed02f10db7c5635c754129181281a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114985"/>
            <a:ext cx="4483299" cy="576064"/>
          </a:xfrm>
          <a:prstGeom prst="rect">
            <a:avLst/>
          </a:prstGeom>
        </p:spPr>
      </p:pic>
      <p:pic>
        <p:nvPicPr>
          <p:cNvPr id="5" name="Image 2" descr="https://test.web.static.jianzeppt.com/ppt-temp-img3/7998ecc2377d4e3d854d57a76ae707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955078"/>
            <a:ext cx="534653" cy="5760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35193" y="3043688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pic>
        <p:nvPicPr>
          <p:cNvPr id="7" name="Image 3" descr="https://test.web.static.jianzeppt.com/ppt-temp-img3/c6d7efe6c1925dff1fa8f004888308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955078"/>
            <a:ext cx="4483299" cy="576064"/>
          </a:xfrm>
          <a:prstGeom prst="rect">
            <a:avLst/>
          </a:prstGeom>
        </p:spPr>
      </p:pic>
      <p:pic>
        <p:nvPicPr>
          <p:cNvPr id="8" name="Image 4" descr="https://test.web.static.jianzeppt.com/ppt-temp-img3/923d9c88c34eaa9820eb238fda5fcf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3795171"/>
            <a:ext cx="534653" cy="57606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35193" y="3883783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pic>
        <p:nvPicPr>
          <p:cNvPr id="10" name="Image 5" descr="https://test.web.static.jianzeppt.com/ppt-temp-img3/7081aec65b7f50102d1d3db6f7085b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581" y="3795171"/>
            <a:ext cx="4483299" cy="576064"/>
          </a:xfrm>
          <a:prstGeom prst="rect">
            <a:avLst/>
          </a:prstGeom>
        </p:spPr>
      </p:pic>
      <p:pic>
        <p:nvPicPr>
          <p:cNvPr id="11" name="Image 6" descr="https://test.web.static.jianzeppt.com/ppt-temp-img3/4356689923ec96610cc104135acfe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4635264"/>
            <a:ext cx="534653" cy="57606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5335193" y="472387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pic>
        <p:nvPicPr>
          <p:cNvPr id="13" name="Image 7" descr="https://test.web.static.jianzeppt.com/ppt-temp-img3/ff02c804c53fd622aec5f74405d26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9581" y="4635264"/>
            <a:ext cx="4483299" cy="576064"/>
          </a:xfrm>
          <a:prstGeom prst="rect">
            <a:avLst/>
          </a:prstGeom>
        </p:spPr>
      </p:pic>
      <p:pic>
        <p:nvPicPr>
          <p:cNvPr id="14" name="Image 8" descr="https://test.web.static.jianzeppt.com/ppt-temp-img3/edefb43071be60f0476eeabe42b3c28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257605"/>
            <a:ext cx="498190" cy="576064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741661" y="478098"/>
            <a:ext cx="128240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sz="5000" b="1" dirty="0" err="1">
                <a:solidFill>
                  <a:srgbClr val="483018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5000" dirty="0"/>
          </a:p>
        </p:txBody>
      </p:sp>
      <p:sp>
        <p:nvSpPr>
          <p:cNvPr id="16" name="Text 5"/>
          <p:cNvSpPr/>
          <p:nvPr/>
        </p:nvSpPr>
        <p:spPr>
          <a:xfrm>
            <a:off x="5915657" y="3064209"/>
            <a:ext cx="43774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</a:rPr>
              <a:t>数据与语料</a:t>
            </a:r>
          </a:p>
        </p:txBody>
      </p:sp>
      <p:sp>
        <p:nvSpPr>
          <p:cNvPr id="17" name="Text 6"/>
          <p:cNvSpPr/>
          <p:nvPr/>
        </p:nvSpPr>
        <p:spPr>
          <a:xfrm>
            <a:off x="5906459" y="222411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研究回顾</a:t>
            </a:r>
            <a:endParaRPr lang="en-US" sz="2016" dirty="0"/>
          </a:p>
        </p:txBody>
      </p:sp>
      <p:sp>
        <p:nvSpPr>
          <p:cNvPr id="18" name="Text 7"/>
          <p:cNvSpPr/>
          <p:nvPr/>
        </p:nvSpPr>
        <p:spPr>
          <a:xfrm>
            <a:off x="5906459" y="3904301"/>
            <a:ext cx="441421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第三部分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知识图谱构建</a:t>
            </a:r>
            <a:endParaRPr lang="zh-CN" altLang="en-US" sz="2016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906459" y="474439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第四部分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图谱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BD04B63-3983-D778-E336-DA2A6117A6C9}"/>
              </a:ext>
            </a:extLst>
          </p:cNvPr>
          <p:cNvSpPr/>
          <p:nvPr/>
        </p:nvSpPr>
        <p:spPr>
          <a:xfrm>
            <a:off x="1169862" y="3429299"/>
            <a:ext cx="320235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altLang="zh-CN" sz="5000" b="1" dirty="0">
                <a:solidFill>
                  <a:srgbClr val="483018"/>
                </a:solidFill>
                <a:latin typeface="微软雅黑"/>
                <a:ea typeface="微软雅黑"/>
              </a:rPr>
              <a:t>CONTENT</a:t>
            </a:r>
            <a:endParaRPr lang="en-US" sz="5000" dirty="0"/>
          </a:p>
        </p:txBody>
      </p:sp>
      <p:pic>
        <p:nvPicPr>
          <p:cNvPr id="22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9DDB04B-ED2B-7DF8-3217-14B4D99D06F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95572117"/>
              </p:ext>
            </p:extLst>
          </p:nvPr>
        </p:nvGraphicFramePr>
        <p:xfrm>
          <a:off x="609600" y="3514968"/>
          <a:ext cx="5565114" cy="2633472"/>
        </p:xfrm>
        <a:graphic>
          <a:graphicData uri="http://schemas.openxmlformats.org/drawingml/2006/table">
            <a:tbl>
              <a:tblPr/>
              <a:tblGrid>
                <a:gridCol w="287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FFFFFF"/>
                          </a:solidFill>
                        </a:rPr>
                        <a:t>目标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 err="1">
                          <a:solidFill>
                            <a:srgbClr val="FFFFFF"/>
                          </a:solidFill>
                        </a:rPr>
                        <a:t>完成状态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多源数据库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 err="1">
                          <a:solidFill>
                            <a:srgbClr val="000000"/>
                          </a:solidFill>
                        </a:rPr>
                        <a:t>已完成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双谱系模型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已完成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知识图谱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已完成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空间分析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已完成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方案设计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 err="1">
                          <a:solidFill>
                            <a:srgbClr val="000000"/>
                          </a:solidFill>
                        </a:rPr>
                        <a:t>进行中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2" name="组合 41"/>
          <p:cNvGrpSpPr/>
          <p:nvPr>
            <p:custDataLst>
              <p:tags r:id="rId4"/>
            </p:custDataLst>
          </p:nvPr>
        </p:nvGrpSpPr>
        <p:grpSpPr>
          <a:xfrm>
            <a:off x="610802" y="1400672"/>
            <a:ext cx="4283455" cy="332753"/>
            <a:chOff x="-635000" y="-635000"/>
            <a:chExt cx="4283455" cy="332753"/>
          </a:xfrm>
        </p:grpSpPr>
        <p:pic>
          <p:nvPicPr>
            <p:cNvPr id="43" name="Image 2" descr="TEMP_Z_ORDER_3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-635000" y="-331048"/>
              <a:ext cx="4283455" cy="28801"/>
            </a:xfrm>
            <a:prstGeom prst="rect">
              <a:avLst/>
            </a:prstGeom>
          </p:spPr>
        </p:pic>
        <p:pic>
          <p:nvPicPr>
            <p:cNvPr id="44" name="Image 3" descr="TEMP_Z_ORDER_4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635000" y="-635000"/>
              <a:ext cx="153061" cy="153062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5"/>
            </p:custDataLst>
          </p:nvPr>
        </p:nvGrpSpPr>
        <p:grpSpPr>
          <a:xfrm>
            <a:off x="7378601" y="1348315"/>
            <a:ext cx="4283455" cy="332753"/>
            <a:chOff x="-635000" y="-635000"/>
            <a:chExt cx="4283455" cy="332753"/>
          </a:xfrm>
        </p:grpSpPr>
        <p:pic>
          <p:nvPicPr>
            <p:cNvPr id="36" name="Image 4" descr="TEMP_Z_ORDER_5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-635000" y="-331047"/>
              <a:ext cx="4283455" cy="28800"/>
            </a:xfrm>
            <a:prstGeom prst="rect">
              <a:avLst/>
            </a:prstGeom>
          </p:spPr>
        </p:pic>
        <p:pic>
          <p:nvPicPr>
            <p:cNvPr id="37" name="Image 5" descr="TEMP_Z_ORDER_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635000" y="-635000"/>
              <a:ext cx="153061" cy="153062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7378601" y="3025876"/>
            <a:ext cx="4283455" cy="332753"/>
            <a:chOff x="-635000" y="-635000"/>
            <a:chExt cx="4283455" cy="332753"/>
          </a:xfrm>
        </p:grpSpPr>
        <p:pic>
          <p:nvPicPr>
            <p:cNvPr id="23" name="Image 6" descr="TEMP_Z_ORDER_7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-635000" y="-331047"/>
              <a:ext cx="4283455" cy="28800"/>
            </a:xfrm>
            <a:prstGeom prst="rect">
              <a:avLst/>
            </a:prstGeom>
          </p:spPr>
        </p:pic>
        <p:pic>
          <p:nvPicPr>
            <p:cNvPr id="24" name="Image 7" descr="TEMP_Z_ORDER_8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635000" y="-635000"/>
              <a:ext cx="153061" cy="153062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>
            <p:custDataLst>
              <p:tags r:id="rId7"/>
            </p:custDataLst>
          </p:nvPr>
        </p:nvGrpSpPr>
        <p:grpSpPr>
          <a:xfrm>
            <a:off x="7378601" y="5034287"/>
            <a:ext cx="4283455" cy="332754"/>
            <a:chOff x="-635000" y="-635000"/>
            <a:chExt cx="4283455" cy="332754"/>
          </a:xfrm>
        </p:grpSpPr>
        <p:pic>
          <p:nvPicPr>
            <p:cNvPr id="30" name="Image 8" descr="TEMP_Z_ORDER_9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-635000" y="-331046"/>
              <a:ext cx="4283455" cy="28800"/>
            </a:xfrm>
            <a:prstGeom prst="rect">
              <a:avLst/>
            </a:prstGeom>
          </p:spPr>
        </p:pic>
        <p:pic>
          <p:nvPicPr>
            <p:cNvPr id="31" name="Image 9" descr="TEMP_Z_ORDER_10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635000" y="-635000"/>
              <a:ext cx="153061" cy="153063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>
            <p:custDataLst>
              <p:tags r:id="rId8"/>
            </p:custDataLst>
          </p:nvPr>
        </p:nvGrpSpPr>
        <p:grpSpPr>
          <a:xfrm>
            <a:off x="7377399" y="3494801"/>
            <a:ext cx="4202361" cy="655320"/>
            <a:chOff x="-635000" y="-635000"/>
            <a:chExt cx="4202361" cy="655320"/>
          </a:xfrm>
        </p:grpSpPr>
        <p:sp>
          <p:nvSpPr>
            <p:cNvPr id="26" name="Text 0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-635000" y="-635000"/>
              <a:ext cx="4202361" cy="650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545454"/>
                  </a:solidFill>
                </a:rPr>
                <a:t>目标包括多源数据库、双谱系模型、知识图谱、空间分析、方案设计；状态分别为已完成、已完成、已完成、已完成、进行中</a:t>
              </a:r>
              <a:endParaRPr lang="en-US" sz="1320"/>
            </a:p>
          </p:txBody>
        </p:sp>
      </p:grp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7377399" y="4952347"/>
            <a:ext cx="4203801" cy="1206186"/>
            <a:chOff x="-635000" y="-635000"/>
            <a:chExt cx="4203801" cy="1201266"/>
          </a:xfrm>
        </p:grpSpPr>
        <p:sp>
          <p:nvSpPr>
            <p:cNvPr id="33" name="Text 1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635000" y="-84134"/>
              <a:ext cx="4202361" cy="650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545454"/>
                  </a:solidFill>
                </a:rPr>
                <a:t>典籍PDF→RapidOCR→语料库→千问LLM抽取→Neo4j图谱→耦合/空间分析；多源POI+评论数据→清洗匹配→体验度评估</a:t>
              </a:r>
              <a:endParaRPr lang="en-US" sz="1320"/>
            </a:p>
          </p:txBody>
        </p:sp>
        <p:sp>
          <p:nvSpPr>
            <p:cNvPr id="34" name="Text 2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343113" y="-631917"/>
              <a:ext cx="3911913" cy="3107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技术路线</a:t>
              </a:r>
              <a:endParaRPr lang="en-US" sz="1920"/>
            </a:p>
          </p:txBody>
        </p:sp>
      </p:grpSp>
      <p:grpSp>
        <p:nvGrpSpPr>
          <p:cNvPr id="38" name="组合 37"/>
          <p:cNvGrpSpPr/>
          <p:nvPr>
            <p:custDataLst>
              <p:tags r:id="rId10"/>
            </p:custDataLst>
          </p:nvPr>
        </p:nvGrpSpPr>
        <p:grpSpPr>
          <a:xfrm>
            <a:off x="7669287" y="1266374"/>
            <a:ext cx="3911913" cy="316944"/>
            <a:chOff x="-635000" y="-635000"/>
            <a:chExt cx="3911913" cy="316944"/>
          </a:xfrm>
        </p:grpSpPr>
        <p:sp>
          <p:nvSpPr>
            <p:cNvPr id="39" name="Text 3" descr="TEMP_Z_ORDER_14"/>
            <p:cNvSpPr/>
            <p:nvPr>
              <p:custDataLst>
                <p:tags r:id="rId20"/>
              </p:custDataLst>
            </p:nvPr>
          </p:nvSpPr>
          <p:spPr>
            <a:xfrm>
              <a:off x="-635000" y="-632554"/>
              <a:ext cx="3911913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核心问题</a:t>
              </a:r>
              <a:endParaRPr lang="en-US" sz="1920"/>
            </a:p>
          </p:txBody>
        </p:sp>
      </p:grpSp>
      <p:grpSp>
        <p:nvGrpSpPr>
          <p:cNvPr id="27" name="组合 26"/>
          <p:cNvGrpSpPr/>
          <p:nvPr>
            <p:custDataLst>
              <p:tags r:id="rId11"/>
            </p:custDataLst>
          </p:nvPr>
        </p:nvGrpSpPr>
        <p:grpSpPr>
          <a:xfrm>
            <a:off x="7669287" y="2943935"/>
            <a:ext cx="3911913" cy="316944"/>
            <a:chOff x="-635000" y="-635000"/>
            <a:chExt cx="3911913" cy="316944"/>
          </a:xfrm>
        </p:grpSpPr>
        <p:sp>
          <p:nvSpPr>
            <p:cNvPr id="28" name="Text 4" descr="TEMP_Z_ORDER_15"/>
            <p:cNvSpPr/>
            <p:nvPr>
              <p:custDataLst>
                <p:tags r:id="rId19"/>
              </p:custDataLst>
            </p:nvPr>
          </p:nvSpPr>
          <p:spPr>
            <a:xfrm>
              <a:off x="-635000" y="-632554"/>
              <a:ext cx="3911913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五项目标与完成状态</a:t>
              </a:r>
              <a:endParaRPr lang="en-US" sz="1920"/>
            </a:p>
          </p:txBody>
        </p:sp>
      </p:grpSp>
      <p:grpSp>
        <p:nvGrpSpPr>
          <p:cNvPr id="40" name="组合 39"/>
          <p:cNvGrpSpPr/>
          <p:nvPr>
            <p:custDataLst>
              <p:tags r:id="rId12"/>
            </p:custDataLst>
          </p:nvPr>
        </p:nvGrpSpPr>
        <p:grpSpPr>
          <a:xfrm>
            <a:off x="7377399" y="1817240"/>
            <a:ext cx="4202361" cy="554355"/>
            <a:chOff x="-635000" y="-635000"/>
            <a:chExt cx="4202361" cy="554355"/>
          </a:xfrm>
        </p:grpSpPr>
        <p:sp>
          <p:nvSpPr>
            <p:cNvPr id="41" name="Text 5" descr="TEMP_Z_ORDER_16"/>
            <p:cNvSpPr/>
            <p:nvPr>
              <p:custDataLst>
                <p:tags r:id="rId18"/>
              </p:custDataLst>
            </p:nvPr>
          </p:nvSpPr>
          <p:spPr>
            <a:xfrm>
              <a:off x="-635000" y="-635000"/>
              <a:ext cx="4202361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 dirty="0" err="1">
                  <a:solidFill>
                    <a:srgbClr val="545454"/>
                  </a:solidFill>
                </a:rPr>
                <a:t>南海区文化遗产与旅游产品之间存在怎样的对应、错位和缺失？如何量化</a:t>
              </a:r>
              <a:r>
                <a:rPr lang="en-US" sz="1680" dirty="0">
                  <a:solidFill>
                    <a:srgbClr val="545454"/>
                  </a:solidFill>
                </a:rPr>
                <a:t>？</a:t>
              </a:r>
              <a:endParaRPr lang="en-US" sz="1680" dirty="0"/>
            </a:p>
          </p:txBody>
        </p:sp>
      </p:grpSp>
      <p:grpSp>
        <p:nvGrpSpPr>
          <p:cNvPr id="45" name="组合 44"/>
          <p:cNvGrpSpPr/>
          <p:nvPr>
            <p:custDataLst>
              <p:tags r:id="rId13"/>
            </p:custDataLst>
          </p:nvPr>
        </p:nvGrpSpPr>
        <p:grpSpPr>
          <a:xfrm>
            <a:off x="901488" y="1318731"/>
            <a:ext cx="3911913" cy="316944"/>
            <a:chOff x="-635000" y="-635000"/>
            <a:chExt cx="3911913" cy="316944"/>
          </a:xfrm>
        </p:grpSpPr>
        <p:sp>
          <p:nvSpPr>
            <p:cNvPr id="46" name="Text 6" descr="TEMP_Z_ORDER_17"/>
            <p:cNvSpPr/>
            <p:nvPr>
              <p:custDataLst>
                <p:tags r:id="rId17"/>
              </p:custDataLst>
            </p:nvPr>
          </p:nvSpPr>
          <p:spPr>
            <a:xfrm>
              <a:off x="-635000" y="-632554"/>
              <a:ext cx="3911913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 dirty="0" err="1">
                  <a:solidFill>
                    <a:srgbClr val="5A0767"/>
                  </a:solidFill>
                </a:rPr>
                <a:t>背景关键词</a:t>
              </a:r>
              <a:endParaRPr lang="en-US" sz="1920" dirty="0"/>
            </a:p>
          </p:txBody>
        </p:sp>
      </p:grpSp>
      <p:sp>
        <p:nvSpPr>
          <p:cNvPr id="20" name="Text 7"/>
          <p:cNvSpPr/>
          <p:nvPr>
            <p:custDataLst>
              <p:tags r:id="rId14"/>
            </p:custDataLst>
          </p:nvPr>
        </p:nvSpPr>
        <p:spPr>
          <a:xfrm>
            <a:off x="487680" y="372989"/>
            <a:ext cx="1124041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760" b="1" dirty="0">
                <a:solidFill>
                  <a:srgbClr val="1E1E1E"/>
                </a:solidFill>
              </a:rPr>
              <a:t>1.1研究背景</a:t>
            </a:r>
            <a:endParaRPr lang="en-US" sz="2760" dirty="0"/>
          </a:p>
        </p:txBody>
      </p:sp>
      <p:grpSp>
        <p:nvGrpSpPr>
          <p:cNvPr id="47" name="组合 46"/>
          <p:cNvGrpSpPr/>
          <p:nvPr>
            <p:custDataLst>
              <p:tags r:id="rId15"/>
            </p:custDataLst>
          </p:nvPr>
        </p:nvGrpSpPr>
        <p:grpSpPr>
          <a:xfrm>
            <a:off x="609600" y="1869597"/>
            <a:ext cx="4202361" cy="541020"/>
            <a:chOff x="-635000" y="-635000"/>
            <a:chExt cx="4202361" cy="541020"/>
          </a:xfrm>
        </p:grpSpPr>
        <p:sp>
          <p:nvSpPr>
            <p:cNvPr id="48" name="Text 8" descr="TEMP_Z_ORDER_19"/>
            <p:cNvSpPr/>
            <p:nvPr>
              <p:custDataLst>
                <p:tags r:id="rId16"/>
              </p:custDataLst>
            </p:nvPr>
          </p:nvSpPr>
          <p:spPr>
            <a:xfrm>
              <a:off x="-635000" y="-635000"/>
              <a:ext cx="4202361" cy="532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404"/>
                </a:lnSpc>
                <a:buNone/>
              </a:pPr>
              <a:r>
                <a:rPr lang="en-US" sz="1080" dirty="0" err="1">
                  <a:solidFill>
                    <a:srgbClr val="545454"/>
                  </a:solidFill>
                </a:rPr>
                <a:t>政策导向（文旅融合"十四五"战略</a:t>
              </a:r>
              <a:r>
                <a:rPr lang="en-US" sz="1080" dirty="0">
                  <a:solidFill>
                    <a:srgbClr val="545454"/>
                  </a:solidFill>
                </a:rPr>
                <a:t>）、</a:t>
              </a:r>
              <a:r>
                <a:rPr lang="en-US" sz="1080" dirty="0" err="1">
                  <a:solidFill>
                    <a:srgbClr val="545454"/>
                  </a:solidFill>
                </a:rPr>
                <a:t>技术驱动（LLM+知识图谱成熟</a:t>
              </a:r>
              <a:r>
                <a:rPr lang="en-US" sz="1080" dirty="0">
                  <a:solidFill>
                    <a:srgbClr val="545454"/>
                  </a:solidFill>
                </a:rPr>
                <a:t>）、区域禀赋（90项非遗/80处文物/12个名村）、</a:t>
              </a:r>
              <a:r>
                <a:rPr lang="en-US" sz="1080" dirty="0" err="1">
                  <a:solidFill>
                    <a:srgbClr val="545454"/>
                  </a:solidFill>
                </a:rPr>
                <a:t>现实矛盾（文化沉淀</a:t>
              </a:r>
              <a:r>
                <a:rPr lang="en-US" sz="1080" dirty="0">
                  <a:solidFill>
                    <a:srgbClr val="545454"/>
                  </a:solidFill>
                </a:rPr>
                <a:t> vs </a:t>
              </a:r>
              <a:r>
                <a:rPr lang="en-US" sz="1080" dirty="0" err="1">
                  <a:solidFill>
                    <a:srgbClr val="545454"/>
                  </a:solidFill>
                </a:rPr>
                <a:t>旅游市场化衔接错位</a:t>
              </a:r>
              <a:r>
                <a:rPr lang="en-US" sz="1080" dirty="0">
                  <a:solidFill>
                    <a:srgbClr val="545454"/>
                  </a:solidFill>
                </a:rPr>
                <a:t>）</a:t>
              </a:r>
              <a:endParaRPr lang="en-US" sz="1080" dirty="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5CE1E-18E1-6A3D-8149-84150B51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9EF84FC5-4969-820C-46D6-8CEAA62FE2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>
            <a:extLst>
              <a:ext uri="{FF2B5EF4-FFF2-40B4-BE49-F238E27FC236}">
                <a16:creationId xmlns:a16="http://schemas.microsoft.com/office/drawing/2014/main" id="{131DE6C4-9F03-0D55-1649-B4778E088BD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326BA25E-BC31-1C56-4F98-7854FB17671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87680" y="372989"/>
            <a:ext cx="1124041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760" b="1" dirty="0">
                <a:solidFill>
                  <a:srgbClr val="1E1E1E"/>
                </a:solidFill>
              </a:rPr>
              <a:t>1.2研究背景</a:t>
            </a:r>
            <a:endParaRPr lang="en-US" sz="2760" dirty="0"/>
          </a:p>
        </p:txBody>
      </p:sp>
    </p:spTree>
    <p:extLst>
      <p:ext uri="{BB962C8B-B14F-4D97-AF65-F5344CB8AC3E}">
        <p14:creationId xmlns:p14="http://schemas.microsoft.com/office/powerpoint/2010/main" val="14735253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37" name="组合 36"/>
          <p:cNvGrpSpPr/>
          <p:nvPr>
            <p:custDataLst>
              <p:tags r:id="rId3"/>
            </p:custDataLst>
          </p:nvPr>
        </p:nvGrpSpPr>
        <p:grpSpPr>
          <a:xfrm>
            <a:off x="609600" y="1508760"/>
            <a:ext cx="3246120" cy="2331720"/>
            <a:chOff x="-635000" y="-635000"/>
            <a:chExt cx="3246120" cy="2331720"/>
          </a:xfrm>
        </p:grpSpPr>
        <p:pic>
          <p:nvPicPr>
            <p:cNvPr id="38" name="Image 2" descr="TEMP_Z_ORDER_2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246120" cy="2331720"/>
            </a:xfrm>
            <a:prstGeom prst="rect">
              <a:avLst/>
            </a:prstGeom>
          </p:spPr>
        </p:pic>
        <p:sp>
          <p:nvSpPr>
            <p:cNvPr id="39" name="Text 0" descr="TEMP_Z_ORDER_3"/>
            <p:cNvSpPr/>
            <p:nvPr>
              <p:custDataLst>
                <p:tags r:id="rId26"/>
              </p:custDataLst>
            </p:nvPr>
          </p:nvSpPr>
          <p:spPr>
            <a:xfrm>
              <a:off x="-436880" y="-436880"/>
              <a:ext cx="285902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数据采集层</a:t>
              </a:r>
              <a:endParaRPr lang="en-US" sz="1920"/>
            </a:p>
          </p:txBody>
        </p:sp>
        <p:sp>
          <p:nvSpPr>
            <p:cNvPr id="40" name="Text 1" descr="TEMP_Z_ORDER_4"/>
            <p:cNvSpPr/>
            <p:nvPr>
              <p:custDataLst>
                <p:tags r:id="rId27"/>
              </p:custDataLst>
            </p:nvPr>
          </p:nvSpPr>
          <p:spPr>
            <a:xfrm>
              <a:off x="-436880" y="-10160"/>
              <a:ext cx="2859024" cy="11508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822"/>
                </a:lnSpc>
                <a:buNone/>
              </a:pPr>
              <a:r>
                <a:rPr lang="en-US" sz="132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典籍PDF(36本)用RapidOCR·12线程并行→53篇541万字；高德API+百度Place+佛山Shapefile→13,113条POI；高德/携程/去哪儿/马蜂窝→16,391条评论。</a:t>
              </a:r>
              <a:endParaRPr lang="en-US" sz="1320"/>
            </a:p>
          </p:txBody>
        </p:sp>
      </p:grpSp>
      <p:sp>
        <p:nvSpPr>
          <p:cNvPr id="7" name="Text 2"/>
          <p:cNvSpPr/>
          <p:nvPr>
            <p:custDataLst>
              <p:tags r:id="rId4"/>
            </p:custDataLst>
          </p:nvPr>
        </p:nvSpPr>
        <p:spPr>
          <a:xfrm>
            <a:off x="3977640" y="1508760"/>
            <a:ext cx="466344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320"/>
              </a:lnSpc>
              <a:buNone/>
            </a:pPr>
            <a:r>
              <a:rPr lang="en-US" sz="3600">
                <a:solidFill>
                  <a:srgbClr val="727478"/>
                </a:solidFill>
                <a:latin typeface="思源黑体 CN"/>
                <a:ea typeface="思源黑体 CN"/>
                <a:cs typeface="思源黑体 CN"/>
              </a:rPr>
              <a:t>→</a:t>
            </a:r>
            <a:endParaRPr lang="en-US" sz="3600"/>
          </a:p>
        </p:txBody>
      </p:sp>
      <p:grpSp>
        <p:nvGrpSpPr>
          <p:cNvPr id="41" name="组合 40"/>
          <p:cNvGrpSpPr/>
          <p:nvPr>
            <p:custDataLst>
              <p:tags r:id="rId5"/>
            </p:custDataLst>
          </p:nvPr>
        </p:nvGrpSpPr>
        <p:grpSpPr>
          <a:xfrm>
            <a:off x="4480560" y="1508760"/>
            <a:ext cx="3246120" cy="2331720"/>
            <a:chOff x="-635000" y="-635000"/>
            <a:chExt cx="3246120" cy="2331720"/>
          </a:xfrm>
        </p:grpSpPr>
        <p:pic>
          <p:nvPicPr>
            <p:cNvPr id="42" name="Image 3" descr="TEMP_Z_ORDER_6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246120" cy="2331720"/>
            </a:xfrm>
            <a:prstGeom prst="rect">
              <a:avLst/>
            </a:prstGeom>
          </p:spPr>
        </p:pic>
        <p:sp>
          <p:nvSpPr>
            <p:cNvPr id="43" name="Text 3" descr="TEMP_Z_ORDER_7"/>
            <p:cNvSpPr/>
            <p:nvPr>
              <p:custDataLst>
                <p:tags r:id="rId23"/>
              </p:custDataLst>
            </p:nvPr>
          </p:nvSpPr>
          <p:spPr>
            <a:xfrm>
              <a:off x="-436880" y="-436880"/>
              <a:ext cx="285902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数据处理层</a:t>
              </a:r>
              <a:endParaRPr lang="en-US" sz="1920"/>
            </a:p>
          </p:txBody>
        </p:sp>
        <p:sp>
          <p:nvSpPr>
            <p:cNvPr id="44" name="Text 4" descr="TEMP_Z_ORDER_8"/>
            <p:cNvSpPr/>
            <p:nvPr>
              <p:custDataLst>
                <p:tags r:id="rId24"/>
              </p:custDataLst>
            </p:nvPr>
          </p:nvSpPr>
          <p:spPr>
            <a:xfrm>
              <a:off x="-436880" y="-10160"/>
              <a:ext cx="2859024" cy="11508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822"/>
                </a:lnSpc>
                <a:buNone/>
              </a:pPr>
              <a:r>
                <a:rPr lang="en-US" sz="132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prepare_corpus.py编号索引统一格式；poi_cleaner.py去重融合11类分类+llm_poi_clean.py(Ollama)纠正类别；评论五段式匹配POI(rapidfuzz)。</a:t>
              </a:r>
              <a:endParaRPr lang="en-US" sz="1320"/>
            </a:p>
          </p:txBody>
        </p:sp>
      </p:grpSp>
      <p:sp>
        <p:nvSpPr>
          <p:cNvPr id="11" name="Text 5"/>
          <p:cNvSpPr/>
          <p:nvPr>
            <p:custDataLst>
              <p:tags r:id="rId6"/>
            </p:custDataLst>
          </p:nvPr>
        </p:nvSpPr>
        <p:spPr>
          <a:xfrm>
            <a:off x="7833360" y="1508760"/>
            <a:ext cx="466344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320"/>
              </a:lnSpc>
              <a:buNone/>
            </a:pPr>
            <a:r>
              <a:rPr lang="en-US" sz="3600">
                <a:solidFill>
                  <a:srgbClr val="727478"/>
                </a:solidFill>
                <a:latin typeface="思源黑体 CN"/>
                <a:ea typeface="思源黑体 CN"/>
                <a:cs typeface="思源黑体 CN"/>
              </a:rPr>
              <a:t>→</a:t>
            </a:r>
            <a:endParaRPr lang="en-US" sz="3600"/>
          </a:p>
        </p:txBody>
      </p:sp>
      <p:grpSp>
        <p:nvGrpSpPr>
          <p:cNvPr id="24" name="组合 23"/>
          <p:cNvGrpSpPr/>
          <p:nvPr>
            <p:custDataLst>
              <p:tags r:id="rId7"/>
            </p:custDataLst>
          </p:nvPr>
        </p:nvGrpSpPr>
        <p:grpSpPr>
          <a:xfrm>
            <a:off x="8336280" y="1508760"/>
            <a:ext cx="3246120" cy="2849880"/>
            <a:chOff x="-635000" y="-635000"/>
            <a:chExt cx="3246120" cy="2849880"/>
          </a:xfrm>
        </p:grpSpPr>
        <p:pic>
          <p:nvPicPr>
            <p:cNvPr id="25" name="Image 4" descr="TEMP_Z_ORDER_1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246120" cy="2331720"/>
            </a:xfrm>
            <a:prstGeom prst="rect">
              <a:avLst/>
            </a:prstGeom>
          </p:spPr>
        </p:pic>
        <p:sp>
          <p:nvSpPr>
            <p:cNvPr id="26" name="Text 6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-436880" y="-436880"/>
              <a:ext cx="285902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知识抽取层</a:t>
              </a:r>
              <a:endParaRPr lang="en-US" sz="1920"/>
            </a:p>
          </p:txBody>
        </p:sp>
        <p:sp>
          <p:nvSpPr>
            <p:cNvPr id="27" name="Text 7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-436880" y="-10160"/>
              <a:ext cx="2859024" cy="11508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822"/>
                </a:lnSpc>
                <a:buNone/>
              </a:pPr>
              <a:r>
                <a:rPr lang="en-US" sz="132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千问API(qwen-3.5-plus)多线程并发·断点续跑；实体抽取(AI分类6大类28小类+官方分类8大类)→8,048实体；关系抽取(9大关系组·开放式谓词·每条附证据)→19,382关系。</a:t>
              </a:r>
              <a:endParaRPr lang="en-US" sz="1320"/>
            </a:p>
          </p:txBody>
        </p:sp>
        <p:sp>
          <p:nvSpPr>
            <p:cNvPr id="28" name="Text 8" descr="TEMP_Z_ORDER_13"/>
            <p:cNvSpPr/>
            <p:nvPr>
              <p:custDataLst>
                <p:tags r:id="rId21"/>
              </p:custDataLst>
            </p:nvPr>
          </p:nvSpPr>
          <p:spPr>
            <a:xfrm>
              <a:off x="1132840" y="1666240"/>
              <a:ext cx="386413" cy="55412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4320"/>
                </a:lnSpc>
                <a:buNone/>
              </a:pPr>
              <a:r>
                <a:rPr lang="en-US" sz="3600">
                  <a:solidFill>
                    <a:srgbClr val="72747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↓</a:t>
              </a:r>
              <a:endParaRPr lang="en-US" sz="3600"/>
            </a:p>
          </p:txBody>
        </p:sp>
      </p:grpSp>
      <p:grpSp>
        <p:nvGrpSpPr>
          <p:cNvPr id="29" name="组合 28"/>
          <p:cNvGrpSpPr/>
          <p:nvPr>
            <p:custDataLst>
              <p:tags r:id="rId8"/>
            </p:custDataLst>
          </p:nvPr>
        </p:nvGrpSpPr>
        <p:grpSpPr>
          <a:xfrm>
            <a:off x="609600" y="4328160"/>
            <a:ext cx="3368040" cy="2087880"/>
            <a:chOff x="-635000" y="-635000"/>
            <a:chExt cx="3368040" cy="2087880"/>
          </a:xfrm>
        </p:grpSpPr>
        <p:pic>
          <p:nvPicPr>
            <p:cNvPr id="30" name="Image 5" descr="TEMP_Z_ORDER_1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368040" cy="2087880"/>
            </a:xfrm>
            <a:prstGeom prst="rect">
              <a:avLst/>
            </a:prstGeom>
          </p:spPr>
        </p:pic>
        <p:sp>
          <p:nvSpPr>
            <p:cNvPr id="31" name="Text 9" descr="TEMP_Z_ORDER_15"/>
            <p:cNvSpPr/>
            <p:nvPr>
              <p:custDataLst>
                <p:tags r:id="rId16"/>
              </p:custDataLst>
            </p:nvPr>
          </p:nvSpPr>
          <p:spPr>
            <a:xfrm>
              <a:off x="-436880" y="-436880"/>
              <a:ext cx="298094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分析应用层</a:t>
              </a:r>
              <a:endParaRPr lang="en-US" sz="1920"/>
            </a:p>
          </p:txBody>
        </p:sp>
        <p:sp>
          <p:nvSpPr>
            <p:cNvPr id="32" name="Text 10" descr="TEMP_Z_ORDER_16"/>
            <p:cNvSpPr/>
            <p:nvPr>
              <p:custDataLst>
                <p:tags r:id="rId17"/>
              </p:custDataLst>
            </p:nvPr>
          </p:nvSpPr>
          <p:spPr>
            <a:xfrm>
              <a:off x="-436880" y="-10160"/>
              <a:ext cx="2980944" cy="9194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822"/>
                </a:lnSpc>
                <a:buNone/>
              </a:pPr>
              <a:r>
                <a:rPr lang="en-US" sz="132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图谱NER提及+非遗名录+POI库→非遗耦合分析(四象限+协调度D值)；POI+非遗坐标→空间格局分析(KDE+DBSCAN)。</a:t>
              </a:r>
              <a:endParaRPr lang="en-US" sz="1320"/>
            </a:p>
          </p:txBody>
        </p:sp>
      </p:grpSp>
      <p:sp>
        <p:nvSpPr>
          <p:cNvPr id="19" name="Text 11"/>
          <p:cNvSpPr/>
          <p:nvPr>
            <p:custDataLst>
              <p:tags r:id="rId9"/>
            </p:custDataLst>
          </p:nvPr>
        </p:nvSpPr>
        <p:spPr>
          <a:xfrm>
            <a:off x="4099560" y="4328160"/>
            <a:ext cx="466344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320"/>
              </a:lnSpc>
              <a:buNone/>
            </a:pPr>
            <a:r>
              <a:rPr lang="en-US" sz="3600">
                <a:solidFill>
                  <a:srgbClr val="727478"/>
                </a:solidFill>
                <a:latin typeface="思源黑体 CN"/>
                <a:ea typeface="思源黑体 CN"/>
                <a:cs typeface="思源黑体 CN"/>
              </a:rPr>
              <a:t>←</a:t>
            </a:r>
            <a:endParaRPr lang="en-US" sz="3600"/>
          </a:p>
        </p:txBody>
      </p: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>
            <a:off x="4602480" y="4328160"/>
            <a:ext cx="3368040" cy="2087880"/>
            <a:chOff x="-635000" y="-635000"/>
            <a:chExt cx="3368040" cy="2087880"/>
          </a:xfrm>
        </p:grpSpPr>
        <p:pic>
          <p:nvPicPr>
            <p:cNvPr id="34" name="Image 6" descr="TEMP_Z_ORDER_18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368040" cy="2087880"/>
            </a:xfrm>
            <a:prstGeom prst="rect">
              <a:avLst/>
            </a:prstGeom>
          </p:spPr>
        </p:pic>
        <p:sp>
          <p:nvSpPr>
            <p:cNvPr id="35" name="Text 12" descr="TEMP_Z_ORDER_19"/>
            <p:cNvSpPr/>
            <p:nvPr>
              <p:custDataLst>
                <p:tags r:id="rId13"/>
              </p:custDataLst>
            </p:nvPr>
          </p:nvSpPr>
          <p:spPr>
            <a:xfrm>
              <a:off x="-436880" y="-436880"/>
              <a:ext cx="298094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知识存储层</a:t>
              </a:r>
              <a:endParaRPr lang="en-US" sz="1920"/>
            </a:p>
          </p:txBody>
        </p:sp>
        <p:sp>
          <p:nvSpPr>
            <p:cNvPr id="36" name="Text 13" descr="TEMP_Z_ORDER_20"/>
            <p:cNvSpPr/>
            <p:nvPr>
              <p:custDataLst>
                <p:tags r:id="rId14"/>
              </p:custDataLst>
            </p:nvPr>
          </p:nvSpPr>
          <p:spPr>
            <a:xfrm>
              <a:off x="-436880" y="-10160"/>
              <a:ext cx="2980944" cy="12552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87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Neo4j图数据库·节点按AI小类(A1-F3)分标签·频次分档配色；关系按relation_group分类型·附证据属性；Cypher编程查询·路径分析·子图导出。</a:t>
              </a:r>
              <a:endParaRPr lang="en-US" sz="1440"/>
            </a:p>
          </p:txBody>
        </p:sp>
      </p:grpSp>
      <p:sp>
        <p:nvSpPr>
          <p:cNvPr id="23" name="Text 14"/>
          <p:cNvSpPr/>
          <p:nvPr>
            <p:custDataLst>
              <p:tags r:id="rId11"/>
            </p:custDataLst>
          </p:nvPr>
        </p:nvSpPr>
        <p:spPr>
          <a:xfrm>
            <a:off x="487680" y="411675"/>
            <a:ext cx="2590453" cy="36933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2.1技术全流程架构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225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225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725"/>
                            </p:stCondLst>
                            <p:childTnLst>
                              <p:par>
                                <p:cTn id="4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225"/>
                            </p:stCondLst>
                            <p:childTnLst>
                              <p:par>
                                <p:cTn id="4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725"/>
                            </p:stCondLst>
                            <p:childTnLst>
                              <p:par>
                                <p:cTn id="54" presetID="3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225"/>
                            </p:stCondLst>
                            <p:childTnLst>
                              <p:par>
                                <p:cTn id="6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3" animBg="1"/>
      <p:bldP spid="11" grpId="5" animBg="1"/>
      <p:bldP spid="19" grpId="8" animBg="1"/>
      <p:bldP spid="2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31" name="组合 30"/>
          <p:cNvGrpSpPr/>
          <p:nvPr>
            <p:custDataLst>
              <p:tags r:id="rId3"/>
            </p:custDataLst>
          </p:nvPr>
        </p:nvGrpSpPr>
        <p:grpSpPr>
          <a:xfrm>
            <a:off x="725006" y="1624948"/>
            <a:ext cx="512957" cy="2065942"/>
            <a:chOff x="-635000" y="-635000"/>
            <a:chExt cx="512957" cy="2065942"/>
          </a:xfrm>
        </p:grpSpPr>
        <p:pic>
          <p:nvPicPr>
            <p:cNvPr id="32" name="Image 2" descr="TEMP_Z_ORDER_2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391120" y="-200239"/>
              <a:ext cx="29934" cy="1631181"/>
            </a:xfrm>
            <a:prstGeom prst="rect">
              <a:avLst/>
            </a:prstGeom>
          </p:spPr>
        </p:pic>
        <p:pic>
          <p:nvPicPr>
            <p:cNvPr id="33" name="Image 3" descr="TEMP_Z_ORDER_3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2957" cy="512958"/>
            </a:xfrm>
            <a:prstGeom prst="rect">
              <a:avLst/>
            </a:prstGeom>
          </p:spPr>
        </p:pic>
      </p:grpSp>
      <p:grpSp>
        <p:nvGrpSpPr>
          <p:cNvPr id="40" name="组合 39"/>
          <p:cNvGrpSpPr/>
          <p:nvPr>
            <p:custDataLst>
              <p:tags r:id="rId4"/>
            </p:custDataLst>
          </p:nvPr>
        </p:nvGrpSpPr>
        <p:grpSpPr>
          <a:xfrm>
            <a:off x="4296880" y="1624948"/>
            <a:ext cx="512957" cy="2065942"/>
            <a:chOff x="-635000" y="-635000"/>
            <a:chExt cx="512957" cy="2065942"/>
          </a:xfrm>
        </p:grpSpPr>
        <p:pic>
          <p:nvPicPr>
            <p:cNvPr id="41" name="Image 4" descr="TEMP_Z_ORDER_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-391317" y="-200239"/>
              <a:ext cx="29934" cy="1631181"/>
            </a:xfrm>
            <a:prstGeom prst="rect">
              <a:avLst/>
            </a:prstGeom>
          </p:spPr>
        </p:pic>
        <p:pic>
          <p:nvPicPr>
            <p:cNvPr id="42" name="Image 5" descr="TEMP_Z_ORDER_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2957" cy="512958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>
            <p:custDataLst>
              <p:tags r:id="rId5"/>
            </p:custDataLst>
          </p:nvPr>
        </p:nvGrpSpPr>
        <p:grpSpPr>
          <a:xfrm>
            <a:off x="7868755" y="1624948"/>
            <a:ext cx="512959" cy="2065942"/>
            <a:chOff x="-635000" y="-635000"/>
            <a:chExt cx="512959" cy="2065942"/>
          </a:xfrm>
        </p:grpSpPr>
        <p:pic>
          <p:nvPicPr>
            <p:cNvPr id="24" name="Image 6" descr="TEMP_Z_ORDER_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-390723" y="-200239"/>
              <a:ext cx="29934" cy="1631181"/>
            </a:xfrm>
            <a:prstGeom prst="rect">
              <a:avLst/>
            </a:prstGeom>
          </p:spPr>
        </p:pic>
        <p:pic>
          <p:nvPicPr>
            <p:cNvPr id="25" name="Image 7" descr="TEMP_Z_ORDER_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2959" cy="512958"/>
            </a:xfrm>
            <a:prstGeom prst="rect">
              <a:avLst/>
            </a:prstGeom>
          </p:spPr>
        </p:pic>
      </p:grpSp>
      <p:grpSp>
        <p:nvGrpSpPr>
          <p:cNvPr id="43" name="组合 42"/>
          <p:cNvGrpSpPr/>
          <p:nvPr>
            <p:custDataLst>
              <p:tags r:id="rId6"/>
            </p:custDataLst>
          </p:nvPr>
        </p:nvGrpSpPr>
        <p:grpSpPr>
          <a:xfrm>
            <a:off x="4388320" y="1670669"/>
            <a:ext cx="339221" cy="421517"/>
            <a:chOff x="-635000" y="-635000"/>
            <a:chExt cx="339221" cy="421517"/>
          </a:xfrm>
        </p:grpSpPr>
        <p:sp>
          <p:nvSpPr>
            <p:cNvPr id="44" name="Text 0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-648174" y="-581244"/>
              <a:ext cx="365569" cy="31400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48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</a:rPr>
                <a:t>02</a:t>
              </a:r>
              <a:endParaRPr lang="en-US" sz="2040"/>
            </a:p>
          </p:txBody>
        </p:sp>
      </p:grpSp>
      <p:grpSp>
        <p:nvGrpSpPr>
          <p:cNvPr id="26" name="组合 25"/>
          <p:cNvGrpSpPr/>
          <p:nvPr>
            <p:custDataLst>
              <p:tags r:id="rId7"/>
            </p:custDataLst>
          </p:nvPr>
        </p:nvGrpSpPr>
        <p:grpSpPr>
          <a:xfrm>
            <a:off x="7960195" y="1670669"/>
            <a:ext cx="339221" cy="421517"/>
            <a:chOff x="-635000" y="-635000"/>
            <a:chExt cx="339221" cy="421517"/>
          </a:xfrm>
        </p:grpSpPr>
        <p:sp>
          <p:nvSpPr>
            <p:cNvPr id="27" name="Text 1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-648174" y="-581244"/>
              <a:ext cx="365569" cy="31400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48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</a:rPr>
                <a:t>03</a:t>
              </a:r>
              <a:endParaRPr lang="en-US" sz="2040"/>
            </a:p>
          </p:txBody>
        </p:sp>
      </p:grpSp>
      <p:grpSp>
        <p:nvGrpSpPr>
          <p:cNvPr id="34" name="组合 33"/>
          <p:cNvGrpSpPr/>
          <p:nvPr>
            <p:custDataLst>
              <p:tags r:id="rId8"/>
            </p:custDataLst>
          </p:nvPr>
        </p:nvGrpSpPr>
        <p:grpSpPr>
          <a:xfrm>
            <a:off x="816446" y="1670669"/>
            <a:ext cx="339221" cy="421517"/>
            <a:chOff x="-635000" y="-635000"/>
            <a:chExt cx="339221" cy="421517"/>
          </a:xfrm>
        </p:grpSpPr>
        <p:sp>
          <p:nvSpPr>
            <p:cNvPr id="35" name="Text 2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648174" y="-581244"/>
              <a:ext cx="365569" cy="31400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48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</a:rPr>
                <a:t>01</a:t>
              </a:r>
              <a:endParaRPr lang="en-US" sz="2040"/>
            </a:p>
          </p:txBody>
        </p:sp>
      </p:grpSp>
      <p:sp>
        <p:nvSpPr>
          <p:cNvPr id="15" name="Text 3"/>
          <p:cNvSpPr/>
          <p:nvPr>
            <p:custDataLst>
              <p:tags r:id="rId9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2.2典籍OCR与语料库构建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>
            <p:custDataLst>
              <p:tags r:id="rId10"/>
            </p:custDataLst>
          </p:nvPr>
        </p:nvGrpSpPr>
        <p:grpSpPr>
          <a:xfrm>
            <a:off x="8557426" y="1848395"/>
            <a:ext cx="2751675" cy="1714029"/>
            <a:chOff x="-635000" y="-632554"/>
            <a:chExt cx="2751675" cy="1711583"/>
          </a:xfrm>
        </p:grpSpPr>
        <p:sp>
          <p:nvSpPr>
            <p:cNvPr id="29" name="Text 4" descr="TEMP_Z_ORDER_14"/>
            <p:cNvSpPr/>
            <p:nvPr>
              <p:custDataLst>
                <p:tags r:id="rId19"/>
              </p:custDataLst>
            </p:nvPr>
          </p:nvSpPr>
          <p:spPr>
            <a:xfrm>
              <a:off x="-635000" y="-632554"/>
              <a:ext cx="275167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最终产出</a:t>
              </a:r>
              <a:endParaRPr lang="en-US" sz="1920"/>
            </a:p>
          </p:txBody>
        </p:sp>
        <p:sp>
          <p:nvSpPr>
            <p:cNvPr id="30" name="Text 5" descr="TEMP_Z_ORDER_15"/>
            <p:cNvSpPr/>
            <p:nvPr>
              <p:custDataLst>
                <p:tags r:id="rId20"/>
              </p:custDataLst>
            </p:nvPr>
          </p:nvSpPr>
          <p:spPr>
            <a:xfrm>
              <a:off x="-633559" y="-231611"/>
              <a:ext cx="2748795" cy="10847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 dirty="0">
                  <a:solidFill>
                    <a:srgbClr val="333333"/>
                  </a:solidFill>
                </a:rPr>
                <a:t>通过prepare_corpus.py脚本进行统一编号和格式化处理，最终构建了一个包含53个语料文件、总计541万字的标准化语料库，为后续的大语言模型抽取工作提供了高质量的“原料”。</a:t>
              </a:r>
              <a:endParaRPr lang="en-US" sz="1320" dirty="0"/>
            </a:p>
          </p:txBody>
        </p:sp>
      </p:grpSp>
      <p:grpSp>
        <p:nvGrpSpPr>
          <p:cNvPr id="45" name="组合 44"/>
          <p:cNvGrpSpPr/>
          <p:nvPr>
            <p:custDataLst>
              <p:tags r:id="rId11"/>
            </p:custDataLst>
          </p:nvPr>
        </p:nvGrpSpPr>
        <p:grpSpPr>
          <a:xfrm>
            <a:off x="4985353" y="1848395"/>
            <a:ext cx="2751575" cy="316944"/>
            <a:chOff x="-635000" y="-635000"/>
            <a:chExt cx="2751575" cy="316944"/>
          </a:xfrm>
        </p:grpSpPr>
        <p:sp>
          <p:nvSpPr>
            <p:cNvPr id="46" name="Text 6" descr="TEMP_Z_ORDER_16"/>
            <p:cNvSpPr/>
            <p:nvPr>
              <p:custDataLst>
                <p:tags r:id="rId18"/>
              </p:custDataLst>
            </p:nvPr>
          </p:nvSpPr>
          <p:spPr>
            <a:xfrm>
              <a:off x="-635000" y="-632554"/>
              <a:ext cx="275157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代表性语料</a:t>
              </a:r>
              <a:endParaRPr lang="en-US" sz="1920"/>
            </a:p>
          </p:txBody>
        </p:sp>
      </p:grpSp>
      <p:grpSp>
        <p:nvGrpSpPr>
          <p:cNvPr id="36" name="组合 35"/>
          <p:cNvGrpSpPr/>
          <p:nvPr>
            <p:custDataLst>
              <p:tags r:id="rId12"/>
            </p:custDataLst>
          </p:nvPr>
        </p:nvGrpSpPr>
        <p:grpSpPr>
          <a:xfrm>
            <a:off x="1415018" y="2251784"/>
            <a:ext cx="2748695" cy="1089660"/>
            <a:chOff x="-635000" y="-635000"/>
            <a:chExt cx="2748695" cy="1089660"/>
          </a:xfrm>
        </p:grpSpPr>
        <p:sp>
          <p:nvSpPr>
            <p:cNvPr id="37" name="Text 7" descr="TEMP_Z_ORDER_17"/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2748695" cy="10862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333333"/>
                  </a:solidFill>
                </a:rPr>
                <a:t>采用RapidOCR（ONNX Runtime）技术，对看典古籍、南海文史PDF等进行多线程并行识别，将大量扫描版、图片版文献资料高效转化为可分析的纯文本，奠定语料基础。</a:t>
              </a:r>
              <a:endParaRPr lang="en-US" sz="1320"/>
            </a:p>
          </p:txBody>
        </p: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4986794" y="2251784"/>
            <a:ext cx="2748695" cy="861261"/>
            <a:chOff x="-635000" y="-635000"/>
            <a:chExt cx="2748695" cy="861261"/>
          </a:xfrm>
        </p:grpSpPr>
        <p:sp>
          <p:nvSpPr>
            <p:cNvPr id="48" name="Text 8" descr="TEMP_Z_ORDER_18"/>
            <p:cNvSpPr/>
            <p:nvPr>
              <p:custDataLst>
                <p:tags r:id="rId16"/>
              </p:custDataLst>
            </p:nvPr>
          </p:nvSpPr>
          <p:spPr>
            <a:xfrm>
              <a:off x="-635000" y="-635000"/>
              <a:ext cx="2748695" cy="8612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 dirty="0" err="1">
                  <a:solidFill>
                    <a:srgbClr val="333333"/>
                  </a:solidFill>
                  <a:latin typeface="+mn-ea"/>
                </a:rPr>
                <a:t>语料库涵盖</a:t>
              </a:r>
              <a:r>
                <a:rPr lang="en-US" sz="1320" dirty="0">
                  <a:solidFill>
                    <a:srgbClr val="333333"/>
                  </a:solidFill>
                  <a:latin typeface="+mn-ea"/>
                </a:rPr>
                <a:t>《</a:t>
              </a:r>
              <a:r>
                <a:rPr lang="zh-CN" altLang="en-US" sz="1320" dirty="0">
                  <a:solidFill>
                    <a:srgbClr val="333333"/>
                  </a:solidFill>
                  <a:latin typeface="+mn-ea"/>
                </a:rPr>
                <a:t>南海文史资料</a:t>
              </a:r>
              <a:r>
                <a:rPr lang="en-US" sz="1320" dirty="0">
                  <a:solidFill>
                    <a:srgbClr val="333333"/>
                  </a:solidFill>
                  <a:latin typeface="+mn-ea"/>
                </a:rPr>
                <a:t>》、《</a:t>
              </a:r>
              <a:r>
                <a:rPr lang="en-US" sz="1320" dirty="0" err="1">
                  <a:solidFill>
                    <a:srgbClr val="333333"/>
                  </a:solidFill>
                  <a:latin typeface="+mn-ea"/>
                </a:rPr>
                <a:t>西樵山度假区志</a:t>
              </a:r>
              <a:r>
                <a:rPr lang="en-US" sz="1320" dirty="0">
                  <a:solidFill>
                    <a:srgbClr val="333333"/>
                  </a:solidFill>
                  <a:latin typeface="+mn-ea"/>
                </a:rPr>
                <a:t>》、《</a:t>
              </a:r>
              <a:r>
                <a:rPr lang="en-US" sz="1320" dirty="0" err="1">
                  <a:solidFill>
                    <a:srgbClr val="333333"/>
                  </a:solidFill>
                  <a:latin typeface="+mn-ea"/>
                </a:rPr>
                <a:t>南海县志》等核心地方志与文史资料，确保了文化信息挖掘的深度与广度</a:t>
              </a:r>
              <a:r>
                <a:rPr lang="en-US" sz="1320" dirty="0">
                  <a:solidFill>
                    <a:srgbClr val="333333"/>
                  </a:solidFill>
                  <a:latin typeface="+mn-ea"/>
                </a:rPr>
                <a:t>。</a:t>
              </a:r>
              <a:endParaRPr lang="en-US" sz="1320" dirty="0">
                <a:latin typeface="+mn-ea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14"/>
            </p:custDataLst>
          </p:nvPr>
        </p:nvGrpSpPr>
        <p:grpSpPr>
          <a:xfrm>
            <a:off x="1413577" y="1848395"/>
            <a:ext cx="2751575" cy="316944"/>
            <a:chOff x="-635000" y="-635000"/>
            <a:chExt cx="2751575" cy="316944"/>
          </a:xfrm>
        </p:grpSpPr>
        <p:sp>
          <p:nvSpPr>
            <p:cNvPr id="39" name="Text 9" descr="TEMP_Z_ORDER_19"/>
            <p:cNvSpPr/>
            <p:nvPr>
              <p:custDataLst>
                <p:tags r:id="rId15"/>
              </p:custDataLst>
            </p:nvPr>
          </p:nvSpPr>
          <p:spPr>
            <a:xfrm>
              <a:off x="-635000" y="-632554"/>
              <a:ext cx="275157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OCR工具与流程</a:t>
              </a:r>
              <a:endParaRPr lang="en-US" sz="192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EA87C50-9921-A46F-8F21-01D4C2A6A069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395" y="3897087"/>
            <a:ext cx="2978430" cy="23752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12FAC1-F967-62BF-B388-069D797CD675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85" y="3925205"/>
            <a:ext cx="2569813" cy="23766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6E54370-1496-2B3B-1C96-0A4774C31723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b="2043"/>
          <a:stretch>
            <a:fillRect/>
          </a:stretch>
        </p:blipFill>
        <p:spPr>
          <a:xfrm>
            <a:off x="8229600" y="3897087"/>
            <a:ext cx="3566766" cy="2375203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27" name="组合 26"/>
          <p:cNvGrpSpPr/>
          <p:nvPr>
            <p:custDataLst>
              <p:tags r:id="rId3"/>
            </p:custDataLst>
          </p:nvPr>
        </p:nvGrpSpPr>
        <p:grpSpPr>
          <a:xfrm>
            <a:off x="6520443" y="1222382"/>
            <a:ext cx="520333" cy="519085"/>
            <a:chOff x="-635000" y="-635000"/>
            <a:chExt cx="520333" cy="519085"/>
          </a:xfrm>
        </p:grpSpPr>
        <p:pic>
          <p:nvPicPr>
            <p:cNvPr id="28" name="Image 2" descr="TEMP_Z_ORDER_2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0333" cy="519085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4"/>
            </p:custDataLst>
          </p:nvPr>
        </p:nvGrpSpPr>
        <p:grpSpPr>
          <a:xfrm>
            <a:off x="6520443" y="2606344"/>
            <a:ext cx="520333" cy="519085"/>
            <a:chOff x="-635000" y="-635000"/>
            <a:chExt cx="520333" cy="519085"/>
          </a:xfrm>
        </p:grpSpPr>
        <p:pic>
          <p:nvPicPr>
            <p:cNvPr id="36" name="Image 3" descr="TEMP_Z_ORDER_3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0333" cy="519085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6520443" y="4034115"/>
            <a:ext cx="520333" cy="519085"/>
            <a:chOff x="-635000" y="-635000"/>
            <a:chExt cx="520333" cy="519085"/>
          </a:xfrm>
        </p:grpSpPr>
        <p:pic>
          <p:nvPicPr>
            <p:cNvPr id="20" name="Image 4" descr="TEMP_Z_ORDER_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0333" cy="519085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>
            <p:custDataLst>
              <p:tags r:id="rId6"/>
            </p:custDataLst>
          </p:nvPr>
        </p:nvGrpSpPr>
        <p:grpSpPr>
          <a:xfrm>
            <a:off x="6657280" y="2696965"/>
            <a:ext cx="255550" cy="337843"/>
            <a:chOff x="-635000" y="-635000"/>
            <a:chExt cx="255550" cy="337843"/>
          </a:xfrm>
        </p:grpSpPr>
        <p:sp>
          <p:nvSpPr>
            <p:cNvPr id="38" name="Text 0" descr="TEMP_Z_ORDER_5"/>
            <p:cNvSpPr/>
            <p:nvPr>
              <p:custDataLst>
                <p:tags r:id="rId25"/>
              </p:custDataLst>
            </p:nvPr>
          </p:nvSpPr>
          <p:spPr>
            <a:xfrm>
              <a:off x="-614651" y="-576844"/>
              <a:ext cx="214852" cy="2215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>
                  <a:solidFill>
                    <a:srgbClr val="FFFFFF"/>
                  </a:solidFill>
                </a:rPr>
                <a:t>02</a:t>
              </a:r>
              <a:endParaRPr lang="en-US" sz="1200"/>
            </a:p>
          </p:txBody>
        </p:sp>
      </p:grpSp>
      <p:graphicFrame>
        <p:nvGraphicFramePr>
          <p:cNvPr id="18" name="Table 0"/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319782678"/>
              </p:ext>
            </p:extLst>
          </p:nvPr>
        </p:nvGraphicFramePr>
        <p:xfrm>
          <a:off x="685801" y="872609"/>
          <a:ext cx="4800599" cy="2494890"/>
        </p:xfrm>
        <a:graphic>
          <a:graphicData uri="http://schemas.openxmlformats.org/drawingml/2006/table">
            <a:tbl>
              <a:tblPr/>
              <a:tblGrid>
                <a:gridCol w="90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6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8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FFFFFF"/>
                          </a:solidFill>
                        </a:rPr>
                        <a:t>数据源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FFFFFF"/>
                          </a:solidFill>
                        </a:rPr>
                        <a:t>原始数量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FFFFFF"/>
                          </a:solidFill>
                        </a:rPr>
                        <a:t>处理后数量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FFFFFF"/>
                          </a:solidFill>
                        </a:rPr>
                        <a:t>关键措施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高德API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1,353条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整合后纳入总数据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三源融合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佛山Shapefile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12,906条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整合后纳入总数据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 err="1">
                          <a:solidFill>
                            <a:srgbClr val="000000"/>
                          </a:solidFill>
                        </a:rPr>
                        <a:t>三源融合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百度PlaceAPI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补充数据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整合后纳入总数据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三源融合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三源融合后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约14,259条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13,113条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去重、坐标统一、11类自动分类（poi_cleaner.py）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政府普查文化载体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165条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165条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</a:rPr>
                        <a:t>LLM辅助分类纠正、文旅相关性标记、500米半径POI关联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1" name="组合 20"/>
          <p:cNvGrpSpPr/>
          <p:nvPr>
            <p:custDataLst>
              <p:tags r:id="rId8"/>
            </p:custDataLst>
          </p:nvPr>
        </p:nvGrpSpPr>
        <p:grpSpPr>
          <a:xfrm>
            <a:off x="6657280" y="4124736"/>
            <a:ext cx="255550" cy="337843"/>
            <a:chOff x="-635000" y="-635000"/>
            <a:chExt cx="255550" cy="337843"/>
          </a:xfrm>
        </p:grpSpPr>
        <p:sp>
          <p:nvSpPr>
            <p:cNvPr id="22" name="Text 1" descr="TEMP_Z_ORDER_7"/>
            <p:cNvSpPr/>
            <p:nvPr>
              <p:custDataLst>
                <p:tags r:id="rId24"/>
              </p:custDataLst>
            </p:nvPr>
          </p:nvSpPr>
          <p:spPr>
            <a:xfrm>
              <a:off x="-614651" y="-576844"/>
              <a:ext cx="214852" cy="2215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>
                  <a:solidFill>
                    <a:srgbClr val="FFFFFF"/>
                  </a:solidFill>
                </a:rPr>
                <a:t>03</a:t>
              </a:r>
              <a:endParaRPr lang="en-US" sz="1200"/>
            </a:p>
          </p:txBody>
        </p:sp>
      </p:grpSp>
      <p:grpSp>
        <p:nvGrpSpPr>
          <p:cNvPr id="29" name="组合 28"/>
          <p:cNvGrpSpPr/>
          <p:nvPr>
            <p:custDataLst>
              <p:tags r:id="rId9"/>
            </p:custDataLst>
          </p:nvPr>
        </p:nvGrpSpPr>
        <p:grpSpPr>
          <a:xfrm>
            <a:off x="6657280" y="1313003"/>
            <a:ext cx="255550" cy="337843"/>
            <a:chOff x="-635000" y="-635000"/>
            <a:chExt cx="255550" cy="337843"/>
          </a:xfrm>
        </p:grpSpPr>
        <p:sp>
          <p:nvSpPr>
            <p:cNvPr id="30" name="Text 2" descr="TEMP_Z_ORDER_8"/>
            <p:cNvSpPr/>
            <p:nvPr>
              <p:custDataLst>
                <p:tags r:id="rId23"/>
              </p:custDataLst>
            </p:nvPr>
          </p:nvSpPr>
          <p:spPr>
            <a:xfrm>
              <a:off x="-614651" y="-576844"/>
              <a:ext cx="214852" cy="2215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>
                  <a:solidFill>
                    <a:srgbClr val="FFFFFF"/>
                  </a:solidFill>
                </a:rPr>
                <a:t>01</a:t>
              </a:r>
              <a:endParaRPr lang="en-US" sz="1200"/>
            </a:p>
          </p:txBody>
        </p:sp>
      </p:grpSp>
      <p:grpSp>
        <p:nvGrpSpPr>
          <p:cNvPr id="39" name="组合 38"/>
          <p:cNvGrpSpPr/>
          <p:nvPr>
            <p:custDataLst>
              <p:tags r:id="rId10"/>
            </p:custDataLst>
          </p:nvPr>
        </p:nvGrpSpPr>
        <p:grpSpPr>
          <a:xfrm>
            <a:off x="7086601" y="2715762"/>
            <a:ext cx="2852419" cy="316944"/>
            <a:chOff x="-635000" y="-635000"/>
            <a:chExt cx="2852419" cy="316944"/>
          </a:xfrm>
        </p:grpSpPr>
        <p:sp>
          <p:nvSpPr>
            <p:cNvPr id="40" name="Text 3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-635000" y="-632554"/>
              <a:ext cx="2852419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融合与清洗</a:t>
              </a:r>
              <a:endParaRPr lang="en-US" sz="1920"/>
            </a:p>
          </p:txBody>
        </p:sp>
      </p:grpSp>
      <p:grpSp>
        <p:nvGrpSpPr>
          <p:cNvPr id="31" name="组合 30"/>
          <p:cNvGrpSpPr/>
          <p:nvPr>
            <p:custDataLst>
              <p:tags r:id="rId11"/>
            </p:custDataLst>
          </p:nvPr>
        </p:nvGrpSpPr>
        <p:grpSpPr>
          <a:xfrm>
            <a:off x="7086600" y="1676400"/>
            <a:ext cx="2850395" cy="480060"/>
            <a:chOff x="-635000" y="-635000"/>
            <a:chExt cx="2850395" cy="480060"/>
          </a:xfrm>
        </p:grpSpPr>
        <p:sp>
          <p:nvSpPr>
            <p:cNvPr id="32" name="Text 4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635000" y="-635000"/>
              <a:ext cx="2850395" cy="6315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>
                  <a:solidFill>
                    <a:srgbClr val="333333"/>
                  </a:solidFill>
                </a:rPr>
                <a:t>整合高德API（1,353条）、佛山Shapefile（12,906条）及百度Place API补充数据，通过多渠道采集确保POI数据全面性，覆盖南海区绝大部分兴趣点。</a:t>
              </a:r>
              <a:endParaRPr lang="en-US" sz="960"/>
            </a:p>
          </p:txBody>
        </p:sp>
      </p:grpSp>
      <p:grpSp>
        <p:nvGrpSpPr>
          <p:cNvPr id="23" name="组合 22"/>
          <p:cNvGrpSpPr/>
          <p:nvPr>
            <p:custDataLst>
              <p:tags r:id="rId12"/>
            </p:custDataLst>
          </p:nvPr>
        </p:nvGrpSpPr>
        <p:grpSpPr>
          <a:xfrm>
            <a:off x="7086601" y="4123853"/>
            <a:ext cx="2852419" cy="316944"/>
            <a:chOff x="-635000" y="-635000"/>
            <a:chExt cx="2852419" cy="316944"/>
          </a:xfrm>
        </p:grpSpPr>
        <p:sp>
          <p:nvSpPr>
            <p:cNvPr id="24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635000" y="-632554"/>
              <a:ext cx="2852419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LLM辅助清洗关联</a:t>
              </a:r>
              <a:endParaRPr lang="en-US" sz="1920"/>
            </a:p>
          </p:txBody>
        </p:sp>
      </p:grpSp>
      <p:sp>
        <p:nvSpPr>
          <p:cNvPr id="14" name="Text 6"/>
          <p:cNvSpPr/>
          <p:nvPr>
            <p:custDataLst>
              <p:tags r:id="rId13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2.3多源POI数据体系构建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>
            <p:custDataLst>
              <p:tags r:id="rId14"/>
            </p:custDataLst>
          </p:nvPr>
        </p:nvGrpSpPr>
        <p:grpSpPr>
          <a:xfrm>
            <a:off x="7086600" y="1342612"/>
            <a:ext cx="2840096" cy="316944"/>
            <a:chOff x="-635000" y="-635000"/>
            <a:chExt cx="2840096" cy="316944"/>
          </a:xfrm>
        </p:grpSpPr>
        <p:sp>
          <p:nvSpPr>
            <p:cNvPr id="34" name="Text 7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635000" y="-632554"/>
              <a:ext cx="2840096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三源融合</a:t>
              </a:r>
              <a:endParaRPr lang="en-US" sz="1920"/>
            </a:p>
          </p:txBody>
        </p:sp>
      </p:grpSp>
      <p:grpSp>
        <p:nvGrpSpPr>
          <p:cNvPr id="41" name="组合 40"/>
          <p:cNvGrpSpPr/>
          <p:nvPr>
            <p:custDataLst>
              <p:tags r:id="rId15"/>
            </p:custDataLst>
          </p:nvPr>
        </p:nvGrpSpPr>
        <p:grpSpPr>
          <a:xfrm>
            <a:off x="7086600" y="3066596"/>
            <a:ext cx="2850395" cy="475059"/>
            <a:chOff x="-635000" y="-635000"/>
            <a:chExt cx="2850395" cy="475059"/>
          </a:xfrm>
        </p:grpSpPr>
        <p:sp>
          <p:nvSpPr>
            <p:cNvPr id="42" name="Text 8" descr="TEMP_Z_ORDER_14"/>
            <p:cNvSpPr/>
            <p:nvPr>
              <p:custDataLst>
                <p:tags r:id="rId18"/>
              </p:custDataLst>
            </p:nvPr>
          </p:nvSpPr>
          <p:spPr>
            <a:xfrm>
              <a:off x="-635000" y="-635000"/>
              <a:ext cx="2850395" cy="4730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>
                  <a:solidFill>
                    <a:srgbClr val="333333"/>
                  </a:solidFill>
                </a:rPr>
                <a:t>运行`poi_cleaner.py`脚本，执行去重、坐标统一、11类自动分类等流程，产出13,113条结构化POI数据，解决多源数据格式不一问题。</a:t>
              </a:r>
              <a:endParaRPr lang="en-US" sz="960"/>
            </a:p>
          </p:txBody>
        </p:sp>
      </p:grpSp>
      <p:grpSp>
        <p:nvGrpSpPr>
          <p:cNvPr id="25" name="组合 24"/>
          <p:cNvGrpSpPr/>
          <p:nvPr>
            <p:custDataLst>
              <p:tags r:id="rId16"/>
            </p:custDataLst>
          </p:nvPr>
        </p:nvGrpSpPr>
        <p:grpSpPr>
          <a:xfrm>
            <a:off x="7086600" y="4474686"/>
            <a:ext cx="2850395" cy="475059"/>
            <a:chOff x="-635000" y="-635000"/>
            <a:chExt cx="2850395" cy="475059"/>
          </a:xfrm>
        </p:grpSpPr>
        <p:sp>
          <p:nvSpPr>
            <p:cNvPr id="26" name="Text 9" descr="TEMP_Z_ORDER_15"/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2850395" cy="4730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 dirty="0" err="1">
                  <a:solidFill>
                    <a:srgbClr val="333333"/>
                  </a:solidFill>
                </a:rPr>
                <a:t>用Ollama</a:t>
              </a:r>
              <a:r>
                <a:rPr lang="zh-CN" altLang="en-US" sz="960" dirty="0">
                  <a:solidFill>
                    <a:srgbClr val="333333"/>
                  </a:solidFill>
                </a:rPr>
                <a:t>部署</a:t>
              </a:r>
              <a:r>
                <a:rPr lang="en-US" sz="960" dirty="0">
                  <a:solidFill>
                    <a:srgbClr val="333333"/>
                  </a:solidFill>
                </a:rPr>
                <a:t>本地大模型纠正POI类别并标记文旅相关性，关联165条文化载体与500米内POI，提升数据精度与分析价值。</a:t>
              </a:r>
              <a:endParaRPr lang="en-US" sz="960" dirty="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8D3BB7A-D32C-6D4F-8AD6-B96168C3E972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5799" y="3581400"/>
            <a:ext cx="4800600" cy="310214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20" name="组合 19"/>
          <p:cNvGrpSpPr/>
          <p:nvPr>
            <p:custDataLst>
              <p:tags r:id="rId3"/>
            </p:custDataLst>
          </p:nvPr>
        </p:nvGrpSpPr>
        <p:grpSpPr>
          <a:xfrm>
            <a:off x="0" y="3249784"/>
            <a:ext cx="3096260" cy="3168635"/>
            <a:chOff x="-635000" y="-635000"/>
            <a:chExt cx="3096260" cy="3168635"/>
          </a:xfrm>
        </p:grpSpPr>
        <p:pic>
          <p:nvPicPr>
            <p:cNvPr id="21" name="Image 2" descr="TEMP_Z_ORDER_2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-384810" y="-635000"/>
              <a:ext cx="2846070" cy="3168635"/>
            </a:xfrm>
            <a:prstGeom prst="rect">
              <a:avLst/>
            </a:prstGeom>
          </p:spPr>
        </p:pic>
        <p:pic>
          <p:nvPicPr>
            <p:cNvPr id="22" name="Image 3" descr="TEMP_Z_ORDER_3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292232"/>
              <a:ext cx="539750" cy="540000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>
            <p:custDataLst>
              <p:tags r:id="rId4"/>
            </p:custDataLst>
          </p:nvPr>
        </p:nvGrpSpPr>
        <p:grpSpPr>
          <a:xfrm>
            <a:off x="2296655" y="770844"/>
            <a:ext cx="3096260" cy="3168635"/>
            <a:chOff x="-635000" y="-635000"/>
            <a:chExt cx="3096260" cy="3168635"/>
          </a:xfrm>
        </p:grpSpPr>
        <p:pic>
          <p:nvPicPr>
            <p:cNvPr id="30" name="Image 4" descr="TEMP_Z_ORDER_4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-384810" y="-635000"/>
              <a:ext cx="2846070" cy="3168635"/>
            </a:xfrm>
            <a:prstGeom prst="rect">
              <a:avLst/>
            </a:prstGeom>
          </p:spPr>
        </p:pic>
        <p:pic>
          <p:nvPicPr>
            <p:cNvPr id="31" name="Image 5" descr="TEMP_Z_ORDER_5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-635000" y="-292232"/>
              <a:ext cx="539750" cy="540000"/>
            </a:xfrm>
            <a:prstGeom prst="rect">
              <a:avLst/>
            </a:prstGeom>
          </p:spPr>
        </p:pic>
      </p:grpSp>
      <p:grpSp>
        <p:nvGrpSpPr>
          <p:cNvPr id="38" name="组合 37"/>
          <p:cNvGrpSpPr/>
          <p:nvPr>
            <p:custDataLst>
              <p:tags r:id="rId5"/>
            </p:custDataLst>
          </p:nvPr>
        </p:nvGrpSpPr>
        <p:grpSpPr>
          <a:xfrm>
            <a:off x="4166256" y="3272212"/>
            <a:ext cx="3096260" cy="3168635"/>
            <a:chOff x="-635000" y="-635000"/>
            <a:chExt cx="3096260" cy="3168635"/>
          </a:xfrm>
        </p:grpSpPr>
        <p:pic>
          <p:nvPicPr>
            <p:cNvPr id="39" name="Image 6" descr="TEMP_Z_ORDER_6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-384810" y="-635000"/>
              <a:ext cx="2846070" cy="3168635"/>
            </a:xfrm>
            <a:prstGeom prst="rect">
              <a:avLst/>
            </a:prstGeom>
          </p:spPr>
        </p:pic>
        <p:pic>
          <p:nvPicPr>
            <p:cNvPr id="40" name="Image 7" descr="TEMP_Z_ORDER_7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635000" y="-292232"/>
              <a:ext cx="539750" cy="540000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>
            <p:custDataLst>
              <p:tags r:id="rId6"/>
            </p:custDataLst>
          </p:nvPr>
        </p:nvGrpSpPr>
        <p:grpSpPr>
          <a:xfrm>
            <a:off x="108099" y="3700551"/>
            <a:ext cx="333144" cy="324000"/>
            <a:chOff x="-635000" y="-635000"/>
            <a:chExt cx="333144" cy="324000"/>
          </a:xfrm>
        </p:grpSpPr>
        <p:sp>
          <p:nvSpPr>
            <p:cNvPr id="24" name="Text 0" descr="TEMP_Z_ORDER_8"/>
            <p:cNvSpPr/>
            <p:nvPr>
              <p:custDataLst>
                <p:tags r:id="rId24"/>
              </p:custDataLst>
            </p:nvPr>
          </p:nvSpPr>
          <p:spPr>
            <a:xfrm>
              <a:off x="-651213" y="-661301"/>
              <a:ext cx="365569" cy="37660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060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</a:rPr>
                <a:t>01</a:t>
              </a:r>
              <a:endParaRPr lang="en-US" sz="2040"/>
            </a:p>
          </p:txBody>
        </p:sp>
      </p:grpSp>
      <p:grpSp>
        <p:nvGrpSpPr>
          <p:cNvPr id="41" name="组合 40"/>
          <p:cNvGrpSpPr/>
          <p:nvPr>
            <p:custDataLst>
              <p:tags r:id="rId7"/>
            </p:custDataLst>
          </p:nvPr>
        </p:nvGrpSpPr>
        <p:grpSpPr>
          <a:xfrm>
            <a:off x="4239289" y="3696679"/>
            <a:ext cx="365569" cy="376602"/>
            <a:chOff x="39549" y="-549927"/>
            <a:chExt cx="365569" cy="376602"/>
          </a:xfrm>
        </p:grpSpPr>
        <p:sp>
          <p:nvSpPr>
            <p:cNvPr id="42" name="Text 1" descr="TEMP_Z_ORDER_9"/>
            <p:cNvSpPr/>
            <p:nvPr>
              <p:custDataLst>
                <p:tags r:id="rId23"/>
              </p:custDataLst>
            </p:nvPr>
          </p:nvSpPr>
          <p:spPr>
            <a:xfrm>
              <a:off x="39549" y="-549927"/>
              <a:ext cx="365569" cy="37660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060"/>
                </a:lnSpc>
                <a:buNone/>
              </a:pPr>
              <a:r>
                <a:rPr lang="en-US" sz="2040" b="1" dirty="0">
                  <a:solidFill>
                    <a:srgbClr val="FFFFFF"/>
                  </a:solidFill>
                </a:rPr>
                <a:t>03</a:t>
              </a:r>
              <a:endParaRPr lang="en-US" sz="2040" dirty="0"/>
            </a:p>
          </p:txBody>
        </p:sp>
      </p:grpSp>
      <p:grpSp>
        <p:nvGrpSpPr>
          <p:cNvPr id="32" name="组合 31"/>
          <p:cNvGrpSpPr/>
          <p:nvPr>
            <p:custDataLst>
              <p:tags r:id="rId8"/>
            </p:custDataLst>
          </p:nvPr>
        </p:nvGrpSpPr>
        <p:grpSpPr>
          <a:xfrm>
            <a:off x="2404377" y="1221612"/>
            <a:ext cx="333144" cy="324000"/>
            <a:chOff x="-635000" y="-635000"/>
            <a:chExt cx="333144" cy="324000"/>
          </a:xfrm>
        </p:grpSpPr>
        <p:sp>
          <p:nvSpPr>
            <p:cNvPr id="33" name="Text 2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651213" y="-661301"/>
              <a:ext cx="365569" cy="37660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060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</a:rPr>
                <a:t>02</a:t>
              </a:r>
              <a:endParaRPr lang="en-US" sz="2040"/>
            </a:p>
          </p:txBody>
        </p:sp>
      </p:grp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771485" y="4204432"/>
            <a:ext cx="2133599" cy="1310640"/>
            <a:chOff x="-635000" y="-635000"/>
            <a:chExt cx="2133599" cy="1310640"/>
          </a:xfrm>
        </p:grpSpPr>
        <p:sp>
          <p:nvSpPr>
            <p:cNvPr id="26" name="Text 3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635000" y="-635000"/>
              <a:ext cx="2133599" cy="13041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333333"/>
                  </a:solidFill>
                </a:rPr>
                <a:t>全面采集了高德、携程、去哪儿、马蜂窝四大主流旅游平台的用户评论，合计16,391条，为从市场需求侧（游客视角）评估景点体验提供了丰富的第一手数据。</a:t>
              </a:r>
              <a:endParaRPr lang="en-US" sz="1320"/>
            </a:p>
          </p:txBody>
        </p:sp>
      </p:grpSp>
      <p:grpSp>
        <p:nvGrpSpPr>
          <p:cNvPr id="34" name="组合 33"/>
          <p:cNvGrpSpPr/>
          <p:nvPr>
            <p:custDataLst>
              <p:tags r:id="rId10"/>
            </p:custDataLst>
          </p:nvPr>
        </p:nvGrpSpPr>
        <p:grpSpPr>
          <a:xfrm>
            <a:off x="3067863" y="1725491"/>
            <a:ext cx="2133599" cy="1531620"/>
            <a:chOff x="-635000" y="-635000"/>
            <a:chExt cx="2133599" cy="1531620"/>
          </a:xfrm>
        </p:grpSpPr>
        <p:sp>
          <p:nvSpPr>
            <p:cNvPr id="35" name="Text 4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-635000" y="-635000"/>
              <a:ext cx="2133599" cy="15221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333333"/>
                  </a:solidFill>
                </a:rPr>
                <a:t>自主设计并实施了从精确匹配到模糊匹配的五段式算法，利用rapidfuzz等工具将海量用户评论精准地关联到对应的POI条目上，解决了评论数据与地理实体无法对应的问题。</a:t>
              </a:r>
              <a:endParaRPr lang="en-US" sz="1320"/>
            </a:p>
          </p:txBody>
        </p:sp>
      </p:grpSp>
      <p:grpSp>
        <p:nvGrpSpPr>
          <p:cNvPr id="43" name="组合 42"/>
          <p:cNvGrpSpPr/>
          <p:nvPr>
            <p:custDataLst>
              <p:tags r:id="rId11"/>
            </p:custDataLst>
          </p:nvPr>
        </p:nvGrpSpPr>
        <p:grpSpPr>
          <a:xfrm>
            <a:off x="4937086" y="4226859"/>
            <a:ext cx="2133599" cy="1386840"/>
            <a:chOff x="-635000" y="-635000"/>
            <a:chExt cx="2133599" cy="1386840"/>
          </a:xfrm>
        </p:grpSpPr>
        <p:sp>
          <p:nvSpPr>
            <p:cNvPr id="44" name="Text 5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635000" y="-635000"/>
              <a:ext cx="2133599" cy="13837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1560"/>
                </a:lnSpc>
                <a:buNone/>
              </a:pPr>
              <a:r>
                <a:rPr lang="en-US" sz="1200">
                  <a:solidFill>
                    <a:srgbClr val="333333"/>
                  </a:solidFill>
                </a:rPr>
                <a:t>在3,073个独立景点名称中，成功将403个与南海区POI库建立匹配，有效过滤了其他区域的干扰数据，确保了后续体验度评估的准确性。至此，研究三大核心数据源（典籍、POI、评论）全部准备就绪。</a:t>
              </a:r>
              <a:endParaRPr lang="en-US" sz="1200"/>
            </a:p>
          </p:txBody>
        </p:sp>
      </p:grpSp>
      <p:grpSp>
        <p:nvGrpSpPr>
          <p:cNvPr id="36" name="组合 35"/>
          <p:cNvGrpSpPr/>
          <p:nvPr>
            <p:custDataLst>
              <p:tags r:id="rId12"/>
            </p:custDataLst>
          </p:nvPr>
        </p:nvGrpSpPr>
        <p:grpSpPr>
          <a:xfrm>
            <a:off x="3067863" y="1284857"/>
            <a:ext cx="2196787" cy="316944"/>
            <a:chOff x="-635000" y="-635000"/>
            <a:chExt cx="2196787" cy="316944"/>
          </a:xfrm>
        </p:grpSpPr>
        <p:sp>
          <p:nvSpPr>
            <p:cNvPr id="37" name="Text 6" descr="TEMP_Z_ORDER_14"/>
            <p:cNvSpPr/>
            <p:nvPr>
              <p:custDataLst>
                <p:tags r:id="rId18"/>
              </p:custDataLst>
            </p:nvPr>
          </p:nvSpPr>
          <p:spPr>
            <a:xfrm>
              <a:off x="-635000" y="-632554"/>
              <a:ext cx="219678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2F2F2F"/>
                  </a:solidFill>
                </a:rPr>
                <a:t>五段式匹配算法</a:t>
              </a:r>
              <a:endParaRPr lang="en-US" sz="1920"/>
            </a:p>
          </p:txBody>
        </p:sp>
      </p:grp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771485" y="3763796"/>
            <a:ext cx="2196787" cy="316944"/>
            <a:chOff x="-635000" y="-635000"/>
            <a:chExt cx="2196787" cy="316944"/>
          </a:xfrm>
        </p:grpSpPr>
        <p:sp>
          <p:nvSpPr>
            <p:cNvPr id="28" name="Text 7" descr="TEMP_Z_ORDER_15"/>
            <p:cNvSpPr/>
            <p:nvPr>
              <p:custDataLst>
                <p:tags r:id="rId17"/>
              </p:custDataLst>
            </p:nvPr>
          </p:nvSpPr>
          <p:spPr>
            <a:xfrm>
              <a:off x="-635000" y="-632554"/>
              <a:ext cx="219678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2F2F2F"/>
                  </a:solidFill>
                </a:rPr>
                <a:t>多平台评论采集</a:t>
              </a:r>
              <a:endParaRPr lang="en-US" sz="1920"/>
            </a:p>
          </p:txBody>
        </p:sp>
      </p:grpSp>
      <p:sp>
        <p:nvSpPr>
          <p:cNvPr id="18" name="Text 8"/>
          <p:cNvSpPr/>
          <p:nvPr>
            <p:custDataLst>
              <p:tags r:id="rId14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2.4评论采集与POI匹配工作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>
            <p:custDataLst>
              <p:tags r:id="rId15"/>
            </p:custDataLst>
          </p:nvPr>
        </p:nvGrpSpPr>
        <p:grpSpPr>
          <a:xfrm>
            <a:off x="4937186" y="3786225"/>
            <a:ext cx="2196787" cy="316944"/>
            <a:chOff x="-635000" y="-635000"/>
            <a:chExt cx="2196787" cy="316944"/>
          </a:xfrm>
        </p:grpSpPr>
        <p:sp>
          <p:nvSpPr>
            <p:cNvPr id="46" name="Text 9" descr="TEMP_Z_ORDER_17"/>
            <p:cNvSpPr/>
            <p:nvPr>
              <p:custDataLst>
                <p:tags r:id="rId16"/>
              </p:custDataLst>
            </p:nvPr>
          </p:nvSpPr>
          <p:spPr>
            <a:xfrm>
              <a:off x="-635000" y="-632554"/>
              <a:ext cx="219678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2F2F2F"/>
                  </a:solidFill>
                </a:rPr>
                <a:t>匹配结果分析</a:t>
              </a:r>
              <a:endParaRPr lang="en-US" sz="192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9D0C522-6145-8BA8-9D7F-7A5ED84B686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262516" y="1571913"/>
            <a:ext cx="4786434" cy="415704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9E54206-F995-C52F-CFAD-480A239D836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69337" y="579839"/>
            <a:ext cx="4750485" cy="3481809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40" name="组合 39"/>
          <p:cNvGrpSpPr/>
          <p:nvPr>
            <p:custDataLst>
              <p:tags r:id="rId3"/>
            </p:custDataLst>
          </p:nvPr>
        </p:nvGrpSpPr>
        <p:grpSpPr>
          <a:xfrm>
            <a:off x="-50270" y="941253"/>
            <a:ext cx="2304041" cy="811348"/>
            <a:chOff x="-635000" y="-635000"/>
            <a:chExt cx="2304041" cy="1251521"/>
          </a:xfrm>
        </p:grpSpPr>
        <p:pic>
          <p:nvPicPr>
            <p:cNvPr id="41" name="Image 2" descr="TEMP_Z_ORDER_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42" name="Image 3" descr="TEMP_Z_ORDER_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1" cy="59868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4"/>
            </p:custDataLst>
          </p:nvPr>
        </p:nvGrpSpPr>
        <p:grpSpPr>
          <a:xfrm>
            <a:off x="2442391" y="941253"/>
            <a:ext cx="2304042" cy="811348"/>
            <a:chOff x="-635000" y="-635000"/>
            <a:chExt cx="2304042" cy="1251521"/>
          </a:xfrm>
        </p:grpSpPr>
        <p:pic>
          <p:nvPicPr>
            <p:cNvPr id="29" name="Image 4" descr="TEMP_Z_ORDER_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25961" y="-635000"/>
              <a:ext cx="582120" cy="582120"/>
            </a:xfrm>
            <a:prstGeom prst="rect">
              <a:avLst/>
            </a:prstGeom>
          </p:spPr>
        </p:pic>
        <p:pic>
          <p:nvPicPr>
            <p:cNvPr id="30" name="Image 5" descr="TEMP_Z_ORDER_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2" cy="59868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>
            <p:custDataLst>
              <p:tags r:id="rId5"/>
            </p:custDataLst>
          </p:nvPr>
        </p:nvGrpSpPr>
        <p:grpSpPr>
          <a:xfrm>
            <a:off x="-27561" y="3837842"/>
            <a:ext cx="2304041" cy="836234"/>
            <a:chOff x="-635000" y="-635000"/>
            <a:chExt cx="2304041" cy="1251521"/>
          </a:xfrm>
        </p:grpSpPr>
        <p:pic>
          <p:nvPicPr>
            <p:cNvPr id="35" name="Image 6" descr="TEMP_Z_ORDER_6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36" name="Image 7" descr="TEMP_Z_ORDER_7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1" cy="59868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>
            <p:custDataLst>
              <p:tags r:id="rId6"/>
            </p:custDataLst>
          </p:nvPr>
        </p:nvGrpSpPr>
        <p:grpSpPr>
          <a:xfrm>
            <a:off x="2442392" y="3837841"/>
            <a:ext cx="2304041" cy="836235"/>
            <a:chOff x="-634999" y="-635000"/>
            <a:chExt cx="2304041" cy="1239242"/>
          </a:xfrm>
        </p:grpSpPr>
        <p:pic>
          <p:nvPicPr>
            <p:cNvPr id="22" name="Image 8" descr="TEMP_Z_ORDER_8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23" name="Image 9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-634999" y="544374"/>
              <a:ext cx="2304041" cy="59868"/>
            </a:xfrm>
            <a:prstGeom prst="rect">
              <a:avLst/>
            </a:prstGeom>
          </p:spPr>
        </p:pic>
      </p:grpSp>
      <p:sp>
        <p:nvSpPr>
          <p:cNvPr id="12" name="Text 0"/>
          <p:cNvSpPr/>
          <p:nvPr>
            <p:custDataLst>
              <p:tags r:id="rId7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3.1LLM双标签知识抽取要点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>
            <p:custDataLst>
              <p:tags r:id="rId8"/>
            </p:custDataLst>
          </p:nvPr>
        </p:nvGrpSpPr>
        <p:grpSpPr>
          <a:xfrm>
            <a:off x="2743200" y="5077100"/>
            <a:ext cx="2082286" cy="1668598"/>
            <a:chOff x="-6502400" y="1998029"/>
            <a:chExt cx="2082286" cy="1668598"/>
          </a:xfrm>
        </p:grpSpPr>
        <p:sp>
          <p:nvSpPr>
            <p:cNvPr id="25" name="Text 1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6502400" y="1998029"/>
              <a:ext cx="2082286" cy="1668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4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</a:rPr>
                <a:t>借助阿里千问`qwen-3.5-plus`模型强大的语义理解能力，最终从541万字的语料库中高效抽取出8,048个去重后的高质量文化实体。</a:t>
              </a:r>
              <a:endParaRPr lang="en-US" sz="1400" dirty="0"/>
            </a:p>
          </p:txBody>
        </p:sp>
      </p:grpSp>
      <p:grpSp>
        <p:nvGrpSpPr>
          <p:cNvPr id="31" name="组合 30"/>
          <p:cNvGrpSpPr/>
          <p:nvPr>
            <p:custDataLst>
              <p:tags r:id="rId9"/>
            </p:custDataLst>
          </p:nvPr>
        </p:nvGrpSpPr>
        <p:grpSpPr>
          <a:xfrm>
            <a:off x="2551829" y="1346344"/>
            <a:ext cx="2161803" cy="2491497"/>
            <a:chOff x="-1473785" y="-1181309"/>
            <a:chExt cx="2161803" cy="2488979"/>
          </a:xfrm>
        </p:grpSpPr>
        <p:sp>
          <p:nvSpPr>
            <p:cNvPr id="32" name="Text 2" descr="TEMP_Z_ORDER_12"/>
            <p:cNvSpPr/>
            <p:nvPr>
              <p:custDataLst>
                <p:tags r:id="rId18"/>
              </p:custDataLst>
            </p:nvPr>
          </p:nvSpPr>
          <p:spPr>
            <a:xfrm>
              <a:off x="-1394268" y="-641085"/>
              <a:ext cx="2082286" cy="19487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4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</a:rPr>
                <a:t>同时对接官方的8大类国标分类体系（如非遗、不可移动文物等），</a:t>
              </a:r>
              <a:r>
                <a:rPr lang="en-US" sz="1400" dirty="0" err="1">
                  <a:solidFill>
                    <a:srgbClr val="333333"/>
                  </a:solidFill>
                </a:rPr>
                <a:t>使每个抽取的实体都具备双重身份，既满足学术深度，又能与国家文化管理标准无缝对接</a:t>
              </a:r>
              <a:r>
                <a:rPr lang="en-US" sz="1400" dirty="0">
                  <a:solidFill>
                    <a:srgbClr val="333333"/>
                  </a:solidFill>
                </a:rPr>
                <a:t>。</a:t>
              </a:r>
              <a:endParaRPr lang="en-US" sz="1400" dirty="0"/>
            </a:p>
          </p:txBody>
        </p:sp>
        <p:sp>
          <p:nvSpPr>
            <p:cNvPr id="33" name="Text 3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1473785" y="-1181309"/>
              <a:ext cx="2085165" cy="2865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6"/>
                </a:lnSpc>
                <a:buNone/>
              </a:pPr>
              <a:r>
                <a:rPr lang="en-US" sz="1400" b="1" dirty="0" err="1">
                  <a:solidFill>
                    <a:srgbClr val="5A0767"/>
                  </a:solidFill>
                </a:rPr>
                <a:t>官方分类体系</a:t>
              </a:r>
              <a:endParaRPr lang="en-US" sz="1400" dirty="0"/>
            </a:p>
          </p:txBody>
        </p:sp>
      </p:grpSp>
      <p:grpSp>
        <p:nvGrpSpPr>
          <p:cNvPr id="26" name="组合 25"/>
          <p:cNvGrpSpPr/>
          <p:nvPr>
            <p:custDataLst>
              <p:tags r:id="rId10"/>
            </p:custDataLst>
          </p:nvPr>
        </p:nvGrpSpPr>
        <p:grpSpPr>
          <a:xfrm>
            <a:off x="2551829" y="4291174"/>
            <a:ext cx="2085165" cy="286810"/>
            <a:chOff x="-6692331" y="1762969"/>
            <a:chExt cx="2085165" cy="286810"/>
          </a:xfrm>
        </p:grpSpPr>
        <p:sp>
          <p:nvSpPr>
            <p:cNvPr id="27" name="Text 4" descr="TEMP_Z_ORDER_14"/>
            <p:cNvSpPr/>
            <p:nvPr>
              <p:custDataLst>
                <p:tags r:id="rId17"/>
              </p:custDataLst>
            </p:nvPr>
          </p:nvSpPr>
          <p:spPr>
            <a:xfrm>
              <a:off x="-6692331" y="1762969"/>
              <a:ext cx="2085165" cy="28681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6"/>
                </a:lnSpc>
                <a:buNone/>
              </a:pPr>
              <a:r>
                <a:rPr lang="en-US" sz="1400" b="1" dirty="0" err="1">
                  <a:solidFill>
                    <a:srgbClr val="5A0767"/>
                  </a:solidFill>
                </a:rPr>
                <a:t>最终产出</a:t>
              </a:r>
              <a:endParaRPr lang="en-US" sz="1400" dirty="0"/>
            </a:p>
          </p:txBody>
        </p:sp>
      </p:grpSp>
      <p:grpSp>
        <p:nvGrpSpPr>
          <p:cNvPr id="37" name="组合 36"/>
          <p:cNvGrpSpPr/>
          <p:nvPr>
            <p:custDataLst>
              <p:tags r:id="rId11"/>
            </p:custDataLst>
          </p:nvPr>
        </p:nvGrpSpPr>
        <p:grpSpPr>
          <a:xfrm>
            <a:off x="84755" y="4284987"/>
            <a:ext cx="2172549" cy="2474199"/>
            <a:chOff x="-6550132" y="1757120"/>
            <a:chExt cx="2172549" cy="2472018"/>
          </a:xfrm>
        </p:grpSpPr>
        <p:sp>
          <p:nvSpPr>
            <p:cNvPr id="38" name="Text 5" descr="TEMP_Z_ORDER_15"/>
            <p:cNvSpPr/>
            <p:nvPr>
              <p:custDataLst>
                <p:tags r:id="rId15"/>
              </p:custDataLst>
            </p:nvPr>
          </p:nvSpPr>
          <p:spPr>
            <a:xfrm>
              <a:off x="-6462748" y="1757120"/>
              <a:ext cx="2085165" cy="2865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6"/>
                </a:lnSpc>
                <a:buNone/>
              </a:pPr>
              <a:r>
                <a:rPr lang="en-US" sz="1400" b="1" dirty="0" err="1">
                  <a:solidFill>
                    <a:srgbClr val="5A0767"/>
                  </a:solidFill>
                </a:rPr>
                <a:t>双标注示例与流程</a:t>
              </a:r>
              <a:endParaRPr lang="en-US" sz="1400" dirty="0"/>
            </a:p>
          </p:txBody>
        </p:sp>
        <p:sp>
          <p:nvSpPr>
            <p:cNvPr id="39" name="Text 6" descr="TEMP_Z_ORDER_16"/>
            <p:cNvSpPr/>
            <p:nvPr>
              <p:custDataLst>
                <p:tags r:id="rId16"/>
              </p:custDataLst>
            </p:nvPr>
          </p:nvSpPr>
          <p:spPr>
            <a:xfrm>
              <a:off x="-6550132" y="2280130"/>
              <a:ext cx="2082286" cy="19490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4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</a:rPr>
                <a:t>例如，“醒狮”被同时标注为AI分类下的“A1表演艺术类非遗”和官方分类下的“非物质文化遗产/</a:t>
              </a:r>
              <a:r>
                <a:rPr lang="en-US" sz="1400" dirty="0" err="1">
                  <a:solidFill>
                    <a:srgbClr val="333333"/>
                  </a:solidFill>
                </a:rPr>
                <a:t>传统舞蹈</a:t>
              </a:r>
              <a:r>
                <a:rPr lang="en-US" sz="1400" dirty="0">
                  <a:solidFill>
                    <a:srgbClr val="333333"/>
                  </a:solidFill>
                </a:rPr>
                <a:t>”，</a:t>
              </a:r>
              <a:r>
                <a:rPr lang="en-US" sz="1400" dirty="0" err="1">
                  <a:solidFill>
                    <a:srgbClr val="333333"/>
                  </a:solidFill>
                </a:rPr>
                <a:t>整个流程通过大模型分块抽取、自动校验、去重后完成</a:t>
              </a:r>
              <a:r>
                <a:rPr lang="en-US" sz="1400" dirty="0">
                  <a:solidFill>
                    <a:srgbClr val="333333"/>
                  </a:solidFill>
                </a:rPr>
                <a:t>。</a:t>
              </a:r>
              <a:endParaRPr lang="en-US" sz="1400" dirty="0"/>
            </a:p>
          </p:txBody>
        </p:sp>
      </p:grpSp>
      <p:grpSp>
        <p:nvGrpSpPr>
          <p:cNvPr id="43" name="组合 42"/>
          <p:cNvGrpSpPr/>
          <p:nvPr>
            <p:custDataLst>
              <p:tags r:id="rId12"/>
            </p:custDataLst>
          </p:nvPr>
        </p:nvGrpSpPr>
        <p:grpSpPr>
          <a:xfrm>
            <a:off x="59167" y="1330574"/>
            <a:ext cx="2287047" cy="2239623"/>
            <a:chOff x="-1357174" y="-1194688"/>
            <a:chExt cx="2287047" cy="2237644"/>
          </a:xfrm>
        </p:grpSpPr>
        <p:sp>
          <p:nvSpPr>
            <p:cNvPr id="44" name="Text 7" descr="TEMP_Z_ORDER_17"/>
            <p:cNvSpPr/>
            <p:nvPr>
              <p:custDataLst>
                <p:tags r:id="rId13"/>
              </p:custDataLst>
            </p:nvPr>
          </p:nvSpPr>
          <p:spPr>
            <a:xfrm>
              <a:off x="-1357174" y="-1194688"/>
              <a:ext cx="2085165" cy="2865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6"/>
                </a:lnSpc>
                <a:buNone/>
              </a:pPr>
              <a:r>
                <a:rPr lang="en-US" sz="1400" b="1" dirty="0" err="1">
                  <a:solidFill>
                    <a:srgbClr val="5A0767"/>
                  </a:solidFill>
                </a:rPr>
                <a:t>研究分类体系</a:t>
              </a:r>
              <a:endParaRPr lang="en-US" sz="1400" dirty="0"/>
            </a:p>
          </p:txBody>
        </p:sp>
        <p:sp>
          <p:nvSpPr>
            <p:cNvPr id="45" name="Text 8" descr="TEMP_Z_ORDER_18"/>
            <p:cNvSpPr/>
            <p:nvPr>
              <p:custDataLst>
                <p:tags r:id="rId14"/>
              </p:custDataLst>
            </p:nvPr>
          </p:nvSpPr>
          <p:spPr>
            <a:xfrm>
              <a:off x="-1152413" y="-624168"/>
              <a:ext cx="2082286" cy="16671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4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</a:rPr>
                <a:t>构建了一个三层六大类28小类的</a:t>
              </a:r>
              <a:r>
                <a:rPr lang="zh-CN" altLang="en-US" sz="1400" dirty="0">
                  <a:solidFill>
                    <a:srgbClr val="333333"/>
                  </a:solidFill>
                </a:rPr>
                <a:t>本</a:t>
              </a:r>
              <a:r>
                <a:rPr lang="en-US" sz="1400" dirty="0" err="1">
                  <a:solidFill>
                    <a:srgbClr val="333333"/>
                  </a:solidFill>
                </a:rPr>
                <a:t>研究分类体系，从文化本体、传承承载、认知支撑三个层面解构文化元素，为学术研究提供了精细化的分析框架</a:t>
              </a:r>
              <a:r>
                <a:rPr lang="en-US" sz="1400" dirty="0">
                  <a:solidFill>
                    <a:srgbClr val="333333"/>
                  </a:solidFill>
                </a:rPr>
                <a:t>。</a:t>
              </a:r>
              <a:endParaRPr lang="en-US" sz="1400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F5E11A3-F67E-F0B6-A71A-9C3D6D8FE417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604826" y="4525525"/>
            <a:ext cx="2944976" cy="2216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08E7386-8220-1884-70B5-FDA50253B022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783118" y="4540119"/>
            <a:ext cx="2944976" cy="227732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68115071"/>
              </p:ext>
            </p:extLst>
          </p:nvPr>
        </p:nvGraphicFramePr>
        <p:xfrm>
          <a:off x="5334000" y="1388485"/>
          <a:ext cx="6291279" cy="2030636"/>
        </p:xfrm>
        <a:graphic>
          <a:graphicData uri="http://schemas.openxmlformats.org/drawingml/2006/table">
            <a:tbl>
              <a:tblPr/>
              <a:tblGrid>
                <a:gridCol w="77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1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FFFFFF"/>
                          </a:solidFill>
                        </a:rPr>
                        <a:t>要点类别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 dirty="0" err="1">
                          <a:solidFill>
                            <a:srgbClr val="FFFFFF"/>
                          </a:solidFill>
                        </a:rPr>
                        <a:t>核心内容</a:t>
                      </a:r>
                      <a:endParaRPr lang="en-US" sz="1110" dirty="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1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关系组构建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定义空间关联、传承延续等九大类语义关系组，覆盖文化实体间联系（如湛若水【营建创造】大科书院）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1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质量控制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通过方向校验、禁用空泛词、附原文证据、谓词自动归类、合规脚本审核确保准确性与可追溯性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1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关键产出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抽取19,382条高质量语义关系，构成知识图谱骨架，链接离散实体形成逻辑知识网络</a:t>
                      </a:r>
                      <a:endParaRPr lang="en-US" sz="1110" dirty="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组合 15"/>
          <p:cNvGrpSpPr/>
          <p:nvPr>
            <p:custDataLst>
              <p:tags r:id="rId4"/>
            </p:custDataLst>
          </p:nvPr>
        </p:nvGrpSpPr>
        <p:grpSpPr>
          <a:xfrm>
            <a:off x="724614" y="1445064"/>
            <a:ext cx="166210" cy="332420"/>
            <a:chOff x="-635000" y="-635000"/>
            <a:chExt cx="166210" cy="332420"/>
          </a:xfrm>
        </p:grpSpPr>
        <p:pic>
          <p:nvPicPr>
            <p:cNvPr id="17" name="Image 2" descr="TEMP_Z_ORDER_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66210" cy="332420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>
            <p:custDataLst>
              <p:tags r:id="rId5"/>
            </p:custDataLst>
          </p:nvPr>
        </p:nvGrpSpPr>
        <p:grpSpPr>
          <a:xfrm>
            <a:off x="724614" y="3096885"/>
            <a:ext cx="166210" cy="332419"/>
            <a:chOff x="-635000" y="-635000"/>
            <a:chExt cx="166210" cy="332419"/>
          </a:xfrm>
        </p:grpSpPr>
        <p:pic>
          <p:nvPicPr>
            <p:cNvPr id="23" name="Image 3" descr="TEMP_Z_ORDER_4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66210" cy="332419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6"/>
            </p:custDataLst>
          </p:nvPr>
        </p:nvGrpSpPr>
        <p:grpSpPr>
          <a:xfrm>
            <a:off x="724614" y="4748703"/>
            <a:ext cx="166210" cy="332419"/>
            <a:chOff x="-635000" y="-635000"/>
            <a:chExt cx="166210" cy="332419"/>
          </a:xfrm>
        </p:grpSpPr>
        <p:pic>
          <p:nvPicPr>
            <p:cNvPr id="29" name="Image 4" descr="TEMP_Z_ORDER_5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66210" cy="332419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>
            <p:custDataLst>
              <p:tags r:id="rId7"/>
            </p:custDataLst>
          </p:nvPr>
        </p:nvGrpSpPr>
        <p:grpSpPr>
          <a:xfrm>
            <a:off x="1012643" y="3509351"/>
            <a:ext cx="3446063" cy="655320"/>
            <a:chOff x="-635000" y="-635000"/>
            <a:chExt cx="3446063" cy="655320"/>
          </a:xfrm>
        </p:grpSpPr>
        <p:sp>
          <p:nvSpPr>
            <p:cNvPr id="25" name="Text 0" descr="TEMP_Z_ORDER_6"/>
            <p:cNvSpPr/>
            <p:nvPr>
              <p:custDataLst>
                <p:tags r:id="rId19"/>
              </p:custDataLst>
            </p:nvPr>
          </p:nvSpPr>
          <p:spPr>
            <a:xfrm>
              <a:off x="-635000" y="-635000"/>
              <a:ext cx="3446063" cy="650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404040"/>
                  </a:solidFill>
                </a:rPr>
                <a:t>通过方向校验、禁用空泛词、附原文证据等多重手段，确保抽取关系的准确性、可追溯性和学术严谨性，避免“黑箱”操作。</a:t>
              </a:r>
              <a:endParaRPr lang="en-US" sz="1320"/>
            </a:p>
          </p:txBody>
        </p:sp>
      </p:grpSp>
      <p:grpSp>
        <p:nvGrpSpPr>
          <p:cNvPr id="30" name="组合 29"/>
          <p:cNvGrpSpPr/>
          <p:nvPr>
            <p:custDataLst>
              <p:tags r:id="rId8"/>
            </p:custDataLst>
          </p:nvPr>
        </p:nvGrpSpPr>
        <p:grpSpPr>
          <a:xfrm>
            <a:off x="1011203" y="4756442"/>
            <a:ext cx="3448942" cy="316944"/>
            <a:chOff x="-635000" y="-635000"/>
            <a:chExt cx="3448942" cy="316944"/>
          </a:xfrm>
        </p:grpSpPr>
        <p:sp>
          <p:nvSpPr>
            <p:cNvPr id="31" name="Text 1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-635000" y="-632554"/>
              <a:ext cx="3448942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关键产出</a:t>
              </a:r>
              <a:endParaRPr lang="en-US" sz="1920"/>
            </a:p>
          </p:txBody>
        </p: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1203" y="3104623"/>
            <a:ext cx="3448942" cy="316944"/>
            <a:chOff x="-635000" y="-635000"/>
            <a:chExt cx="3448942" cy="316944"/>
          </a:xfrm>
        </p:grpSpPr>
        <p:sp>
          <p:nvSpPr>
            <p:cNvPr id="27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635000" y="-632554"/>
              <a:ext cx="3448942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严格质量控制</a:t>
              </a:r>
              <a:endParaRPr lang="en-US" sz="1920"/>
            </a:p>
          </p:txBody>
        </p:sp>
      </p:grpSp>
      <p:grpSp>
        <p:nvGrpSpPr>
          <p:cNvPr id="32" name="组合 31"/>
          <p:cNvGrpSpPr/>
          <p:nvPr>
            <p:custDataLst>
              <p:tags r:id="rId10"/>
            </p:custDataLst>
          </p:nvPr>
        </p:nvGrpSpPr>
        <p:grpSpPr>
          <a:xfrm>
            <a:off x="1012643" y="5161170"/>
            <a:ext cx="3446063" cy="831533"/>
            <a:chOff x="-635000" y="-635000"/>
            <a:chExt cx="3446063" cy="831533"/>
          </a:xfrm>
        </p:grpSpPr>
        <p:sp>
          <p:nvSpPr>
            <p:cNvPr id="33" name="Text 3" descr="TEMP_Z_ORDER_9"/>
            <p:cNvSpPr/>
            <p:nvPr>
              <p:custDataLst>
                <p:tags r:id="rId16"/>
              </p:custDataLst>
            </p:nvPr>
          </p:nvSpPr>
          <p:spPr>
            <a:xfrm>
              <a:off x="-635000" y="-635000"/>
              <a:ext cx="3446063" cy="8277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404040"/>
                  </a:solidFill>
                </a:rPr>
                <a:t>成功抽取19382条高质量语义关系，构成知识图谱骨架，链接离散实体成逻辑网络，支持深层关联分析。</a:t>
              </a:r>
              <a:endParaRPr lang="en-US" sz="1680"/>
            </a:p>
          </p:txBody>
        </p:sp>
      </p:grp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1012643" y="1857531"/>
            <a:ext cx="3446063" cy="594360"/>
            <a:chOff x="-635000" y="-635000"/>
            <a:chExt cx="3446063" cy="594360"/>
          </a:xfrm>
        </p:grpSpPr>
        <p:sp>
          <p:nvSpPr>
            <p:cNvPr id="19" name="Text 4" descr="TEMP_Z_ORDER_10"/>
            <p:cNvSpPr/>
            <p:nvPr>
              <p:custDataLst>
                <p:tags r:id="rId15"/>
              </p:custDataLst>
            </p:nvPr>
          </p:nvSpPr>
          <p:spPr>
            <a:xfrm>
              <a:off x="-635000" y="-635000"/>
              <a:ext cx="3446063" cy="59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560"/>
                </a:lnSpc>
                <a:buNone/>
              </a:pPr>
              <a:r>
                <a:rPr lang="en-US" sz="1200">
                  <a:solidFill>
                    <a:srgbClr val="404040"/>
                  </a:solidFill>
                </a:rPr>
                <a:t>定义了空间关联、传承延续、营建创造、文献记载等九大类语义关系组，全面覆盖文化实体间联系，如“湛若水”【营建创造】→“大科书院”。</a:t>
              </a:r>
              <a:endParaRPr lang="en-US" sz="1200"/>
            </a:p>
          </p:txBody>
        </p:sp>
      </p:grpSp>
      <p:sp>
        <p:nvSpPr>
          <p:cNvPr id="13" name="Text 5"/>
          <p:cNvSpPr/>
          <p:nvPr>
            <p:custDataLst>
              <p:tags r:id="rId12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3.2九类语义关系体系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1011203" y="1452803"/>
            <a:ext cx="3448942" cy="316944"/>
            <a:chOff x="-635000" y="-635000"/>
            <a:chExt cx="3448942" cy="316944"/>
          </a:xfrm>
        </p:grpSpPr>
        <p:sp>
          <p:nvSpPr>
            <p:cNvPr id="21" name="Text 6" descr="TEMP_Z_ORDER_12"/>
            <p:cNvSpPr/>
            <p:nvPr>
              <p:custDataLst>
                <p:tags r:id="rId14"/>
              </p:custDataLst>
            </p:nvPr>
          </p:nvSpPr>
          <p:spPr>
            <a:xfrm>
              <a:off x="-635000" y="-632554"/>
              <a:ext cx="3448942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九大关系组构建</a:t>
              </a:r>
              <a:endParaRPr lang="en-US" sz="192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9486974-F255-5AB9-CB9A-EF89718221B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36829" y="3901603"/>
            <a:ext cx="2890955" cy="23386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745044-8755-A8D3-D29F-B9133B5BD53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78005" y="3911785"/>
            <a:ext cx="3801208" cy="233867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61" name="组合 60"/>
          <p:cNvGrpSpPr/>
          <p:nvPr>
            <p:custDataLst>
              <p:tags r:id="rId3"/>
            </p:custDataLst>
          </p:nvPr>
        </p:nvGrpSpPr>
        <p:grpSpPr>
          <a:xfrm>
            <a:off x="1184890" y="1413834"/>
            <a:ext cx="2286120" cy="4648444"/>
            <a:chOff x="-635000" y="-635000"/>
            <a:chExt cx="2286120" cy="4648444"/>
          </a:xfrm>
        </p:grpSpPr>
        <p:pic>
          <p:nvPicPr>
            <p:cNvPr id="62" name="Image 2" descr="TEMP_Z_ORDER_2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-635000" y="1727324"/>
              <a:ext cx="2286120" cy="2286120"/>
            </a:xfrm>
            <a:prstGeom prst="rect">
              <a:avLst/>
            </a:prstGeom>
          </p:spPr>
        </p:pic>
        <p:pic>
          <p:nvPicPr>
            <p:cNvPr id="63" name="Image 3" descr="TEMP_Z_ORDER_3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-635000" y="-635000"/>
              <a:ext cx="2286120" cy="2286120"/>
            </a:xfrm>
            <a:prstGeom prst="rect">
              <a:avLst/>
            </a:prstGeom>
          </p:spPr>
        </p:pic>
      </p:grpSp>
      <p:grpSp>
        <p:nvGrpSpPr>
          <p:cNvPr id="44" name="组合 43"/>
          <p:cNvGrpSpPr/>
          <p:nvPr>
            <p:custDataLst>
              <p:tags r:id="rId4"/>
            </p:custDataLst>
          </p:nvPr>
        </p:nvGrpSpPr>
        <p:grpSpPr>
          <a:xfrm>
            <a:off x="4424430" y="1306151"/>
            <a:ext cx="3369401" cy="2122849"/>
            <a:chOff x="-635000" y="-635000"/>
            <a:chExt cx="3369401" cy="2122849"/>
          </a:xfrm>
        </p:grpSpPr>
        <p:pic>
          <p:nvPicPr>
            <p:cNvPr id="45" name="Image 4" descr="TEMP_Z_ORDER_4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-635000" y="-531417"/>
              <a:ext cx="3278215" cy="2019266"/>
            </a:xfrm>
            <a:prstGeom prst="rect">
              <a:avLst/>
            </a:prstGeom>
          </p:spPr>
        </p:pic>
        <p:pic>
          <p:nvPicPr>
            <p:cNvPr id="46" name="Image 5" descr="TEMP_Z_ORDER_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2274026" y="-635000"/>
              <a:ext cx="460375" cy="428516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5"/>
            </p:custDataLst>
          </p:nvPr>
        </p:nvGrpSpPr>
        <p:grpSpPr>
          <a:xfrm>
            <a:off x="4424430" y="3939623"/>
            <a:ext cx="3369600" cy="2122849"/>
            <a:chOff x="-635000" y="-635000"/>
            <a:chExt cx="3369600" cy="2122849"/>
          </a:xfrm>
        </p:grpSpPr>
        <p:pic>
          <p:nvPicPr>
            <p:cNvPr id="36" name="Image 6" descr="TEMP_Z_ORDER_6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-635000" y="-531417"/>
              <a:ext cx="3278215" cy="2019266"/>
            </a:xfrm>
            <a:prstGeom prst="rect">
              <a:avLst/>
            </a:prstGeom>
          </p:spPr>
        </p:pic>
        <p:pic>
          <p:nvPicPr>
            <p:cNvPr id="37" name="Image 7" descr="TEMP_Z_ORDER_7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2274820" y="-635000"/>
              <a:ext cx="459780" cy="428516"/>
            </a:xfrm>
            <a:prstGeom prst="rect">
              <a:avLst/>
            </a:prstGeom>
          </p:spPr>
        </p:pic>
      </p:grpSp>
      <p:grpSp>
        <p:nvGrpSpPr>
          <p:cNvPr id="52" name="组合 51"/>
          <p:cNvGrpSpPr/>
          <p:nvPr>
            <p:custDataLst>
              <p:tags r:id="rId6"/>
            </p:custDataLst>
          </p:nvPr>
        </p:nvGrpSpPr>
        <p:grpSpPr>
          <a:xfrm>
            <a:off x="8142991" y="1306151"/>
            <a:ext cx="3369559" cy="2122849"/>
            <a:chOff x="-635000" y="-635000"/>
            <a:chExt cx="3369559" cy="2122849"/>
          </a:xfrm>
        </p:grpSpPr>
        <p:pic>
          <p:nvPicPr>
            <p:cNvPr id="53" name="Image 8" descr="TEMP_Z_ORDER_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52"/>
            <a:stretch>
              <a:fillRect/>
            </a:stretch>
          </p:blipFill>
          <p:spPr>
            <a:xfrm>
              <a:off x="-635000" y="-531417"/>
              <a:ext cx="3278214" cy="2019266"/>
            </a:xfrm>
            <a:prstGeom prst="rect">
              <a:avLst/>
            </a:prstGeom>
          </p:spPr>
        </p:pic>
        <p:pic>
          <p:nvPicPr>
            <p:cNvPr id="54" name="Image 9" descr="TEMP_Z_ORDER_9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2274779" y="-635000"/>
              <a:ext cx="459780" cy="428516"/>
            </a:xfrm>
            <a:prstGeom prst="rect">
              <a:avLst/>
            </a:prstGeom>
          </p:spPr>
        </p:pic>
      </p:grpSp>
      <p:grpSp>
        <p:nvGrpSpPr>
          <p:cNvPr id="27" name="组合 26"/>
          <p:cNvGrpSpPr/>
          <p:nvPr>
            <p:custDataLst>
              <p:tags r:id="rId7"/>
            </p:custDataLst>
          </p:nvPr>
        </p:nvGrpSpPr>
        <p:grpSpPr>
          <a:xfrm>
            <a:off x="8142991" y="3939623"/>
            <a:ext cx="3369559" cy="2122849"/>
            <a:chOff x="-635000" y="-635000"/>
            <a:chExt cx="3369559" cy="2122849"/>
          </a:xfrm>
        </p:grpSpPr>
        <p:pic>
          <p:nvPicPr>
            <p:cNvPr id="28" name="Image 10" descr="TEMP_Z_ORDER_10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52"/>
            <a:stretch>
              <a:fillRect/>
            </a:stretch>
          </p:blipFill>
          <p:spPr>
            <a:xfrm>
              <a:off x="-635000" y="-531417"/>
              <a:ext cx="3278214" cy="2019266"/>
            </a:xfrm>
            <a:prstGeom prst="rect">
              <a:avLst/>
            </a:prstGeom>
          </p:spPr>
        </p:pic>
        <p:pic>
          <p:nvPicPr>
            <p:cNvPr id="29" name="Image 11" descr="TEMP_Z_ORDER_11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2274779" y="-635000"/>
              <a:ext cx="459780" cy="428516"/>
            </a:xfrm>
            <a:prstGeom prst="rect">
              <a:avLst/>
            </a:prstGeom>
          </p:spPr>
        </p:pic>
        <p:sp>
          <p:nvSpPr>
            <p:cNvPr id="30" name="Text 0" descr="TEMP_Z_ORDER_12"/>
            <p:cNvSpPr/>
            <p:nvPr>
              <p:custDataLst>
                <p:tags r:id="rId32"/>
              </p:custDataLst>
            </p:nvPr>
          </p:nvSpPr>
          <p:spPr>
            <a:xfrm>
              <a:off x="2380603" y="-553661"/>
              <a:ext cx="25654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04</a:t>
              </a:r>
              <a:endParaRPr lang="en-US" sz="1440"/>
            </a:p>
          </p:txBody>
        </p:sp>
      </p:grpSp>
      <p:grpSp>
        <p:nvGrpSpPr>
          <p:cNvPr id="47" name="组合 46"/>
          <p:cNvGrpSpPr/>
          <p:nvPr>
            <p:custDataLst>
              <p:tags r:id="rId8"/>
            </p:custDataLst>
          </p:nvPr>
        </p:nvGrpSpPr>
        <p:grpSpPr>
          <a:xfrm>
            <a:off x="7423555" y="1352951"/>
            <a:ext cx="289381" cy="334915"/>
            <a:chOff x="-635000" y="-635000"/>
            <a:chExt cx="289381" cy="334915"/>
          </a:xfrm>
        </p:grpSpPr>
        <p:sp>
          <p:nvSpPr>
            <p:cNvPr id="48" name="Text 1" descr="TEMP_Z_ORDER_13"/>
            <p:cNvSpPr/>
            <p:nvPr>
              <p:custDataLst>
                <p:tags r:id="rId29"/>
              </p:custDataLst>
            </p:nvPr>
          </p:nvSpPr>
          <p:spPr>
            <a:xfrm>
              <a:off x="-618579" y="-600461"/>
              <a:ext cx="25654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01</a:t>
              </a:r>
              <a:endParaRPr lang="en-US" sz="1440"/>
            </a:p>
          </p:txBody>
        </p:sp>
      </p:grpSp>
      <p:grpSp>
        <p:nvGrpSpPr>
          <p:cNvPr id="38" name="组合 37"/>
          <p:cNvGrpSpPr/>
          <p:nvPr>
            <p:custDataLst>
              <p:tags r:id="rId9"/>
            </p:custDataLst>
          </p:nvPr>
        </p:nvGrpSpPr>
        <p:grpSpPr>
          <a:xfrm>
            <a:off x="7423654" y="3986423"/>
            <a:ext cx="289381" cy="334915"/>
            <a:chOff x="-635000" y="-635000"/>
            <a:chExt cx="289381" cy="334915"/>
          </a:xfrm>
        </p:grpSpPr>
        <p:sp>
          <p:nvSpPr>
            <p:cNvPr id="39" name="Text 2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-618579" y="-600461"/>
              <a:ext cx="25654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03</a:t>
              </a:r>
              <a:endParaRPr lang="en-US" sz="1440"/>
            </a:p>
          </p:txBody>
        </p:sp>
      </p:grpSp>
      <p:grpSp>
        <p:nvGrpSpPr>
          <p:cNvPr id="55" name="组合 54"/>
          <p:cNvGrpSpPr/>
          <p:nvPr>
            <p:custDataLst>
              <p:tags r:id="rId10"/>
            </p:custDataLst>
          </p:nvPr>
        </p:nvGrpSpPr>
        <p:grpSpPr>
          <a:xfrm>
            <a:off x="11142174" y="1352951"/>
            <a:ext cx="289381" cy="334915"/>
            <a:chOff x="-635000" y="-635000"/>
            <a:chExt cx="289381" cy="334915"/>
          </a:xfrm>
        </p:grpSpPr>
        <p:sp>
          <p:nvSpPr>
            <p:cNvPr id="56" name="Text 3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-618579" y="-600461"/>
              <a:ext cx="25654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02</a:t>
              </a:r>
              <a:endParaRPr lang="en-US" sz="1440"/>
            </a:p>
          </p:txBody>
        </p:sp>
      </p:grpSp>
      <p:grpSp>
        <p:nvGrpSpPr>
          <p:cNvPr id="31" name="组合 30"/>
          <p:cNvGrpSpPr/>
          <p:nvPr>
            <p:custDataLst>
              <p:tags r:id="rId11"/>
            </p:custDataLst>
          </p:nvPr>
        </p:nvGrpSpPr>
        <p:grpSpPr>
          <a:xfrm>
            <a:off x="8395851" y="4554710"/>
            <a:ext cx="2782364" cy="876300"/>
            <a:chOff x="-635000" y="-635000"/>
            <a:chExt cx="2782364" cy="876300"/>
          </a:xfrm>
        </p:grpSpPr>
        <p:sp>
          <p:nvSpPr>
            <p:cNvPr id="32" name="Text 4" descr="TEMP_Z_ORDER_16"/>
            <p:cNvSpPr/>
            <p:nvPr>
              <p:custDataLst>
                <p:tags r:id="rId26"/>
              </p:custDataLst>
            </p:nvPr>
          </p:nvSpPr>
          <p:spPr>
            <a:xfrm>
              <a:off x="-635000" y="-635000"/>
              <a:ext cx="2782364" cy="868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333333"/>
                  </a:solidFill>
                </a:rPr>
                <a:t>知识图谱不仅实现了典籍知识的结构化存储，其提供的NER实体提及频次数据，也成为后续耦合分析中衡量“文化资源度C”的关键输入。</a:t>
              </a:r>
              <a:endParaRPr lang="en-US" sz="1320"/>
            </a:p>
          </p:txBody>
        </p:sp>
      </p:grpSp>
      <p:grpSp>
        <p:nvGrpSpPr>
          <p:cNvPr id="49" name="组合 48"/>
          <p:cNvGrpSpPr/>
          <p:nvPr>
            <p:custDataLst>
              <p:tags r:id="rId12"/>
            </p:custDataLst>
          </p:nvPr>
        </p:nvGrpSpPr>
        <p:grpSpPr>
          <a:xfrm>
            <a:off x="4675989" y="1568360"/>
            <a:ext cx="2785343" cy="1343480"/>
            <a:chOff x="-635000" y="-632554"/>
            <a:chExt cx="2785343" cy="1341034"/>
          </a:xfrm>
        </p:grpSpPr>
        <p:sp>
          <p:nvSpPr>
            <p:cNvPr id="50" name="Text 5" descr="TEMP_Z_ORDER_17"/>
            <p:cNvSpPr/>
            <p:nvPr>
              <p:custDataLst>
                <p:tags r:id="rId24"/>
              </p:custDataLst>
            </p:nvPr>
          </p:nvSpPr>
          <p:spPr>
            <a:xfrm>
              <a:off x="-635000" y="-632554"/>
              <a:ext cx="2785343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构建流程</a:t>
              </a:r>
              <a:endParaRPr lang="en-US" sz="1920"/>
            </a:p>
          </p:txBody>
        </p:sp>
        <p:sp>
          <p:nvSpPr>
            <p:cNvPr id="51" name="Text 6" descr="TEMP_Z_ORDER_18"/>
            <p:cNvSpPr/>
            <p:nvPr>
              <p:custDataLst>
                <p:tags r:id="rId25"/>
              </p:custDataLst>
            </p:nvPr>
          </p:nvSpPr>
          <p:spPr>
            <a:xfrm>
              <a:off x="-633559" y="-282120"/>
              <a:ext cx="2782463" cy="9857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560"/>
                </a:lnSpc>
                <a:buNone/>
              </a:pPr>
              <a:r>
                <a:rPr lang="en-US" sz="1200">
                  <a:solidFill>
                    <a:srgbClr val="333333"/>
                  </a:solidFill>
                </a:rPr>
                <a:t>通过`neo4j_full_build.py`自动化脚本，将抽取出的实体和关系批量导入Neo4j图数据库，并按AI小类添加标签、按关系组构建关系类型，实现了从文本数据到图知识的转化。</a:t>
              </a:r>
              <a:endParaRPr lang="en-US" sz="1200"/>
            </a:p>
          </p:txBody>
        </p:sp>
      </p:grpSp>
      <p:grpSp>
        <p:nvGrpSpPr>
          <p:cNvPr id="57" name="组合 56"/>
          <p:cNvGrpSpPr/>
          <p:nvPr>
            <p:custDataLst>
              <p:tags r:id="rId13"/>
            </p:custDataLst>
          </p:nvPr>
        </p:nvGrpSpPr>
        <p:grpSpPr>
          <a:xfrm>
            <a:off x="8396347" y="1921240"/>
            <a:ext cx="2782463" cy="1089660"/>
            <a:chOff x="-635000" y="-635000"/>
            <a:chExt cx="2782463" cy="1089660"/>
          </a:xfrm>
        </p:grpSpPr>
        <p:sp>
          <p:nvSpPr>
            <p:cNvPr id="58" name="Text 7" descr="TEMP_Z_ORDER_19"/>
            <p:cNvSpPr/>
            <p:nvPr>
              <p:custDataLst>
                <p:tags r:id="rId23"/>
              </p:custDataLst>
            </p:nvPr>
          </p:nvSpPr>
          <p:spPr>
            <a:xfrm>
              <a:off x="-635000" y="-635000"/>
              <a:ext cx="2782463" cy="10862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 dirty="0">
                  <a:solidFill>
                    <a:srgbClr val="333333"/>
                  </a:solidFill>
                </a:rPr>
                <a:t>节点包含名称、双分类标签、描述、频次等丰富属性。并独创性地根据实体所属AI小类的频次设计了六档配色方案，使高频核心文化元素在图谱可视化中一目了然。</a:t>
              </a:r>
              <a:endParaRPr lang="en-US" sz="1320" dirty="0"/>
            </a:p>
          </p:txBody>
        </p:sp>
      </p:grpSp>
      <p:grpSp>
        <p:nvGrpSpPr>
          <p:cNvPr id="40" name="组合 39"/>
          <p:cNvGrpSpPr/>
          <p:nvPr>
            <p:custDataLst>
              <p:tags r:id="rId14"/>
            </p:custDataLst>
          </p:nvPr>
        </p:nvGrpSpPr>
        <p:grpSpPr>
          <a:xfrm>
            <a:off x="4676287" y="4201832"/>
            <a:ext cx="2785244" cy="316944"/>
            <a:chOff x="-635000" y="-635000"/>
            <a:chExt cx="2785244" cy="316944"/>
          </a:xfrm>
        </p:grpSpPr>
        <p:sp>
          <p:nvSpPr>
            <p:cNvPr id="41" name="Text 8" descr="TEMP_Z_ORDER_20"/>
            <p:cNvSpPr/>
            <p:nvPr>
              <p:custDataLst>
                <p:tags r:id="rId22"/>
              </p:custDataLst>
            </p:nvPr>
          </p:nvSpPr>
          <p:spPr>
            <a:xfrm>
              <a:off x="-635000" y="-632554"/>
              <a:ext cx="2785244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规模与查询能力</a:t>
              </a:r>
              <a:endParaRPr lang="en-US" sz="1920"/>
            </a:p>
          </p:txBody>
        </p:sp>
      </p:grpSp>
      <p:grpSp>
        <p:nvGrpSpPr>
          <p:cNvPr id="33" name="组合 32"/>
          <p:cNvGrpSpPr/>
          <p:nvPr>
            <p:custDataLst>
              <p:tags r:id="rId15"/>
            </p:custDataLst>
          </p:nvPr>
        </p:nvGrpSpPr>
        <p:grpSpPr>
          <a:xfrm>
            <a:off x="8394410" y="4201832"/>
            <a:ext cx="2785244" cy="316944"/>
            <a:chOff x="-635000" y="-635000"/>
            <a:chExt cx="2785244" cy="316944"/>
          </a:xfrm>
        </p:grpSpPr>
        <p:sp>
          <p:nvSpPr>
            <p:cNvPr id="34" name="Text 9" descr="TEMP_Z_ORDER_21"/>
            <p:cNvSpPr/>
            <p:nvPr>
              <p:custDataLst>
                <p:tags r:id="rId21"/>
              </p:custDataLst>
            </p:nvPr>
          </p:nvSpPr>
          <p:spPr>
            <a:xfrm>
              <a:off x="-635000" y="-632554"/>
              <a:ext cx="2785244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价值过渡</a:t>
              </a:r>
              <a:endParaRPr lang="en-US" sz="1920"/>
            </a:p>
          </p:txBody>
        </p:sp>
      </p:grpSp>
      <p:sp>
        <p:nvSpPr>
          <p:cNvPr id="24" name="Text 10"/>
          <p:cNvSpPr/>
          <p:nvPr>
            <p:custDataLst>
              <p:tags r:id="rId16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3.3Neo4j知识图谱构建与价值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17"/>
            </p:custDataLst>
          </p:nvPr>
        </p:nvGrpSpPr>
        <p:grpSpPr>
          <a:xfrm>
            <a:off x="4677728" y="4554710"/>
            <a:ext cx="2782364" cy="990600"/>
            <a:chOff x="-635000" y="-635000"/>
            <a:chExt cx="2782364" cy="990600"/>
          </a:xfrm>
        </p:grpSpPr>
        <p:sp>
          <p:nvSpPr>
            <p:cNvPr id="43" name="Text 11" descr="TEMP_Z_ORDER_23"/>
            <p:cNvSpPr/>
            <p:nvPr>
              <p:custDataLst>
                <p:tags r:id="rId20"/>
              </p:custDataLst>
            </p:nvPr>
          </p:nvSpPr>
          <p:spPr>
            <a:xfrm>
              <a:off x="-635000" y="-635000"/>
              <a:ext cx="2782364" cy="9875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560"/>
                </a:lnSpc>
                <a:buNone/>
              </a:pPr>
              <a:r>
                <a:rPr lang="en-US" sz="1200">
                  <a:solidFill>
                    <a:srgbClr val="333333"/>
                  </a:solidFill>
                </a:rPr>
                <a:t>最终建成的知识图谱包含8,048个节点和19,382条关系，可通过Cypher语言进行复杂查询，如检索“康有为”的所有关联实体，或按关系类型（如“人物关联”）筛选子图。</a:t>
              </a:r>
              <a:endParaRPr lang="en-US" sz="1200"/>
            </a:p>
          </p:txBody>
        </p:sp>
      </p:grpSp>
      <p:grpSp>
        <p:nvGrpSpPr>
          <p:cNvPr id="59" name="组合 58"/>
          <p:cNvGrpSpPr/>
          <p:nvPr>
            <p:custDataLst>
              <p:tags r:id="rId18"/>
            </p:custDataLst>
          </p:nvPr>
        </p:nvGrpSpPr>
        <p:grpSpPr>
          <a:xfrm>
            <a:off x="8394906" y="1568360"/>
            <a:ext cx="2785343" cy="316944"/>
            <a:chOff x="-635000" y="-635000"/>
            <a:chExt cx="2785343" cy="316944"/>
          </a:xfrm>
        </p:grpSpPr>
        <p:sp>
          <p:nvSpPr>
            <p:cNvPr id="60" name="Text 12" descr="TEMP_Z_ORDER_24"/>
            <p:cNvSpPr/>
            <p:nvPr>
              <p:custDataLst>
                <p:tags r:id="rId19"/>
              </p:custDataLst>
            </p:nvPr>
          </p:nvSpPr>
          <p:spPr>
            <a:xfrm>
              <a:off x="-635000" y="-632554"/>
              <a:ext cx="2785343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节点与配色</a:t>
              </a:r>
              <a:endParaRPr lang="en-US" sz="192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D3DE-57D8-557E-4ABC-6CE1A116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766B9D-EFB7-7CA3-FB25-052240B77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649" y="990600"/>
            <a:ext cx="9164702" cy="5786472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FA6E11E5-C911-BE32-48B9-90F6BE4EB6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>
            <a:extLst>
              <a:ext uri="{FF2B5EF4-FFF2-40B4-BE49-F238E27FC236}">
                <a16:creationId xmlns:a16="http://schemas.microsoft.com/office/drawing/2014/main" id="{52A29F1E-4E72-773D-3FBA-1BB4AB2455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BA9CD637-7037-A325-4678-79F508D19D0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全图展示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58162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72AF-DB8F-91AB-FB83-0FDB63DCF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12685291-BB01-CDC8-D3E0-9732E3911C5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>
            <a:extLst>
              <a:ext uri="{FF2B5EF4-FFF2-40B4-BE49-F238E27FC236}">
                <a16:creationId xmlns:a16="http://schemas.microsoft.com/office/drawing/2014/main" id="{14460A6A-44A5-D064-1EB3-58A4C4494A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5652BFE2-01E2-C63D-25DB-DAD4956B789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人物关系展示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B91DD7-82BE-A5FD-A2CF-078CA848AE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2" r="19583"/>
          <a:stretch>
            <a:fillRect/>
          </a:stretch>
        </p:blipFill>
        <p:spPr>
          <a:xfrm flipV="1">
            <a:off x="4541520" y="0"/>
            <a:ext cx="7162800" cy="6934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B3022E8-4C9C-08BE-E9D2-43A67E2469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0" t="14779" r="52568" b="34088"/>
          <a:stretch>
            <a:fillRect/>
          </a:stretch>
        </p:blipFill>
        <p:spPr>
          <a:xfrm>
            <a:off x="418160" y="1226110"/>
            <a:ext cx="3090830" cy="27817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75AF77-9900-8837-2198-DC230DEADC1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71" t="17878" r="31232" b="22621"/>
          <a:stretch>
            <a:fillRect/>
          </a:stretch>
        </p:blipFill>
        <p:spPr>
          <a:xfrm>
            <a:off x="404535" y="4173674"/>
            <a:ext cx="3096850" cy="230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2254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0D62-BA8B-8E63-DDBF-D8D29220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4662F2E-951B-D7A7-48EF-515F4FC18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381" y="0"/>
            <a:ext cx="7640281" cy="6858000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D9D6A595-5BF1-A592-3077-611A1890B9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>
            <a:extLst>
              <a:ext uri="{FF2B5EF4-FFF2-40B4-BE49-F238E27FC236}">
                <a16:creationId xmlns:a16="http://schemas.microsoft.com/office/drawing/2014/main" id="{7958D217-FD5F-0557-E370-AE97B2D4375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510739EC-7C53-572D-D8FF-766F921766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地点关系展示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66733C-2470-6CED-BA05-75D219E093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835064"/>
            <a:ext cx="3100192" cy="29799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4B090C5-E2CB-A715-3AB5-1D326D144C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931086"/>
            <a:ext cx="3100192" cy="290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8454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791def7a-7ac9-4d36-9118-1a23e8159f76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7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791def7a-7ac9-4d36-9118-1a23e8159f76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8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146" name="组合 145"/>
          <p:cNvGrpSpPr/>
          <p:nvPr>
            <p:custDataLst>
              <p:tags r:id="rId3"/>
            </p:custDataLst>
          </p:nvPr>
        </p:nvGrpSpPr>
        <p:grpSpPr>
          <a:xfrm>
            <a:off x="609600" y="1371600"/>
            <a:ext cx="4434840" cy="5181600"/>
            <a:chOff x="-635000" y="-635000"/>
            <a:chExt cx="4434840" cy="5181600"/>
          </a:xfrm>
        </p:grpSpPr>
        <p:pic>
          <p:nvPicPr>
            <p:cNvPr id="147" name="Image 2" descr="TEMP_Z_ORDER_2"/>
            <p:cNvPicPr>
              <a:picLocks noChangeAspect="1"/>
            </p:cNvPicPr>
            <p:nvPr>
              <p:custDataLst>
                <p:tags r:id="rId93"/>
              </p:custDataLst>
            </p:nvPr>
          </p:nvPicPr>
          <p:blipFill>
            <a:blip r:embed="rId99"/>
            <a:stretch>
              <a:fillRect/>
            </a:stretch>
          </p:blipFill>
          <p:spPr>
            <a:xfrm>
              <a:off x="-635000" y="-635000"/>
              <a:ext cx="4434840" cy="5181600"/>
            </a:xfrm>
            <a:prstGeom prst="rect">
              <a:avLst/>
            </a:prstGeom>
          </p:spPr>
        </p:pic>
        <p:sp>
          <p:nvSpPr>
            <p:cNvPr id="149" name="Text 1" descr="TEMP_Z_ORDER_4"/>
            <p:cNvSpPr/>
            <p:nvPr>
              <p:custDataLst>
                <p:tags r:id="rId94"/>
              </p:custDataLst>
            </p:nvPr>
          </p:nvSpPr>
          <p:spPr>
            <a:xfrm>
              <a:off x="-391160" y="96520"/>
              <a:ext cx="3956304" cy="25628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52"/>
                </a:lnSpc>
                <a:buNone/>
              </a:pPr>
              <a:endParaRPr lang="en-US" sz="1320" dirty="0"/>
            </a:p>
          </p:txBody>
        </p:sp>
      </p:grpSp>
      <p:grpSp>
        <p:nvGrpSpPr>
          <p:cNvPr id="127" name="组合 126"/>
          <p:cNvGrpSpPr/>
          <p:nvPr>
            <p:custDataLst>
              <p:tags r:id="rId4"/>
            </p:custDataLst>
          </p:nvPr>
        </p:nvGrpSpPr>
        <p:grpSpPr>
          <a:xfrm>
            <a:off x="5288280" y="1371600"/>
            <a:ext cx="6309360" cy="2590800"/>
            <a:chOff x="-635000" y="-635000"/>
            <a:chExt cx="6309360" cy="2590800"/>
          </a:xfrm>
        </p:grpSpPr>
        <p:pic>
          <p:nvPicPr>
            <p:cNvPr id="128" name="Image 3" descr="TEMP_Z_ORDER_5"/>
            <p:cNvPicPr>
              <a:picLocks noChangeAspect="1"/>
            </p:cNvPicPr>
            <p:nvPr>
              <p:custDataLst>
                <p:tags r:id="rId75"/>
              </p:custDataLst>
            </p:nvPr>
          </p:nvPicPr>
          <p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09360" cy="2590800"/>
            </a:xfrm>
            <a:prstGeom prst="rect">
              <a:avLst/>
            </a:prstGeom>
          </p:spPr>
        </p:pic>
        <p:sp>
          <p:nvSpPr>
            <p:cNvPr id="129" name="Text 2" descr="TEMP_Z_ORDER_6"/>
            <p:cNvSpPr/>
            <p:nvPr>
              <p:custDataLst>
                <p:tags r:id="rId76"/>
              </p:custDataLst>
            </p:nvPr>
          </p:nvSpPr>
          <p:spPr>
            <a:xfrm>
              <a:off x="-375920" y="-375920"/>
              <a:ext cx="5800344" cy="35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 dirty="0" err="1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四象限表</a:t>
              </a:r>
              <a:endParaRPr lang="en-US" sz="1920" dirty="0"/>
            </a:p>
          </p:txBody>
        </p:sp>
        <p:pic>
          <p:nvPicPr>
            <p:cNvPr id="130" name="Image 4" descr="TEMP_Z_ORDER_7"/>
            <p:cNvPicPr>
              <a:picLocks noChangeAspect="1"/>
            </p:cNvPicPr>
            <p:nvPr>
              <p:custDataLst>
                <p:tags r:id="rId77"/>
              </p:custDataLst>
            </p:nvPr>
          </p:nvPicPr>
          <p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-375920" y="172720"/>
              <a:ext cx="1264920" cy="1524000"/>
            </a:xfrm>
            <a:prstGeom prst="rect">
              <a:avLst/>
            </a:prstGeom>
          </p:spPr>
        </p:pic>
        <p:sp>
          <p:nvSpPr>
            <p:cNvPr id="131" name="Text 3" descr="TEMP_Z_ORDER_8"/>
            <p:cNvSpPr/>
            <p:nvPr>
              <p:custDataLst>
                <p:tags r:id="rId78"/>
              </p:custDataLst>
            </p:nvPr>
          </p:nvSpPr>
          <p:spPr>
            <a:xfrm>
              <a:off x="-254000" y="294640"/>
              <a:ext cx="1030224" cy="2742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强耦合</a:t>
              </a:r>
              <a:endParaRPr lang="en-US" sz="1560"/>
            </a:p>
          </p:txBody>
        </p:sp>
        <p:sp>
          <p:nvSpPr>
            <p:cNvPr id="132" name="Text 4" descr="TEMP_Z_ORDER_9"/>
            <p:cNvSpPr/>
            <p:nvPr>
              <p:custDataLst>
                <p:tags r:id="rId79"/>
              </p:custDataLst>
            </p:nvPr>
          </p:nvSpPr>
          <p:spPr>
            <a:xfrm>
              <a:off x="-254000" y="599440"/>
              <a:ext cx="1030224" cy="481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(实体对应/文化承载)</a:t>
              </a:r>
              <a:endParaRPr lang="en-US" sz="1440"/>
            </a:p>
          </p:txBody>
        </p:sp>
        <p:sp>
          <p:nvSpPr>
            <p:cNvPr id="133" name="Text 5" descr="TEMP_Z_ORDER_10"/>
            <p:cNvSpPr/>
            <p:nvPr>
              <p:custDataLst>
                <p:tags r:id="rId80"/>
              </p:custDataLst>
            </p:nvPr>
          </p:nvSpPr>
          <p:spPr>
            <a:xfrm>
              <a:off x="-254000" y="1193800"/>
              <a:ext cx="1030224" cy="3852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16对</a:t>
              </a:r>
              <a:endParaRPr lang="en-US" sz="2040"/>
            </a:p>
          </p:txBody>
        </p:sp>
        <p:pic>
          <p:nvPicPr>
            <p:cNvPr id="134" name="Image 5" descr="TEMP_Z_ORDER_11"/>
            <p:cNvPicPr>
              <a:picLocks noChangeAspect="1"/>
            </p:cNvPicPr>
            <p:nvPr>
              <p:custDataLst>
                <p:tags r:id="rId81"/>
              </p:custDataLst>
            </p:nvPr>
          </p:nvPicPr>
          <p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1117600" y="172720"/>
              <a:ext cx="1264920" cy="1524000"/>
            </a:xfrm>
            <a:prstGeom prst="rect">
              <a:avLst/>
            </a:prstGeom>
          </p:spPr>
        </p:pic>
        <p:sp>
          <p:nvSpPr>
            <p:cNvPr id="135" name="Text 6" descr="TEMP_Z_ORDER_12"/>
            <p:cNvSpPr/>
            <p:nvPr>
              <p:custDataLst>
                <p:tags r:id="rId82"/>
              </p:custDataLst>
            </p:nvPr>
          </p:nvSpPr>
          <p:spPr>
            <a:xfrm>
              <a:off x="1239520" y="294640"/>
              <a:ext cx="1030224" cy="2742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2563E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错位</a:t>
              </a:r>
              <a:endParaRPr lang="en-US" sz="1560"/>
            </a:p>
          </p:txBody>
        </p:sp>
        <p:sp>
          <p:nvSpPr>
            <p:cNvPr id="136" name="Text 7" descr="TEMP_Z_ORDER_13"/>
            <p:cNvSpPr/>
            <p:nvPr>
              <p:custDataLst>
                <p:tags r:id="rId83"/>
              </p:custDataLst>
            </p:nvPr>
          </p:nvSpPr>
          <p:spPr>
            <a:xfrm>
              <a:off x="1239520" y="599440"/>
              <a:ext cx="1030224" cy="481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(空间共存/主题关联)</a:t>
              </a:r>
              <a:endParaRPr lang="en-US" sz="1440"/>
            </a:p>
          </p:txBody>
        </p:sp>
        <p:sp>
          <p:nvSpPr>
            <p:cNvPr id="137" name="Text 8" descr="TEMP_Z_ORDER_14"/>
            <p:cNvSpPr/>
            <p:nvPr>
              <p:custDataLst>
                <p:tags r:id="rId84"/>
              </p:custDataLst>
            </p:nvPr>
          </p:nvSpPr>
          <p:spPr>
            <a:xfrm>
              <a:off x="1239520" y="1193800"/>
              <a:ext cx="1030224" cy="3852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9对</a:t>
              </a:r>
              <a:endParaRPr lang="en-US" sz="2040"/>
            </a:p>
          </p:txBody>
        </p:sp>
        <p:pic>
          <p:nvPicPr>
            <p:cNvPr id="138" name="Image 6" descr="TEMP_Z_ORDER_15"/>
            <p:cNvPicPr>
              <a:picLocks noChangeAspect="1"/>
            </p:cNvPicPr>
            <p:nvPr>
              <p:custDataLst>
                <p:tags r:id="rId85"/>
              </p:custDataLst>
            </p:nvPr>
          </p:nvPicPr>
          <p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2626360" y="172720"/>
              <a:ext cx="1264920" cy="1524000"/>
            </a:xfrm>
            <a:prstGeom prst="rect">
              <a:avLst/>
            </a:prstGeom>
          </p:spPr>
        </p:pic>
        <p:sp>
          <p:nvSpPr>
            <p:cNvPr id="139" name="Text 9" descr="TEMP_Z_ORDER_16"/>
            <p:cNvSpPr/>
            <p:nvPr>
              <p:custDataLst>
                <p:tags r:id="rId86"/>
              </p:custDataLst>
            </p:nvPr>
          </p:nvSpPr>
          <p:spPr>
            <a:xfrm>
              <a:off x="2748280" y="294640"/>
              <a:ext cx="1030224" cy="2741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D9770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缺失 A</a:t>
              </a:r>
              <a:endParaRPr lang="en-US" sz="1560"/>
            </a:p>
          </p:txBody>
        </p:sp>
        <p:sp>
          <p:nvSpPr>
            <p:cNvPr id="140" name="Text 10" descr="TEMP_Z_ORDER_17"/>
            <p:cNvSpPr/>
            <p:nvPr>
              <p:custDataLst>
                <p:tags r:id="rId87"/>
              </p:custDataLst>
            </p:nvPr>
          </p:nvSpPr>
          <p:spPr>
            <a:xfrm>
              <a:off x="2748280" y="599440"/>
              <a:ext cx="1030224" cy="481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(有非遗无实体)</a:t>
              </a:r>
              <a:endParaRPr lang="en-US" sz="1440"/>
            </a:p>
          </p:txBody>
        </p:sp>
        <p:sp>
          <p:nvSpPr>
            <p:cNvPr id="141" name="Text 11" descr="TEMP_Z_ORDER_18"/>
            <p:cNvSpPr/>
            <p:nvPr>
              <p:custDataLst>
                <p:tags r:id="rId88"/>
              </p:custDataLst>
            </p:nvPr>
          </p:nvSpPr>
          <p:spPr>
            <a:xfrm>
              <a:off x="2748280" y="1193800"/>
              <a:ext cx="1030224" cy="3852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14项</a:t>
              </a:r>
              <a:endParaRPr lang="en-US" sz="2040"/>
            </a:p>
          </p:txBody>
        </p:sp>
        <p:pic>
          <p:nvPicPr>
            <p:cNvPr id="142" name="Image 7" descr="TEMP_Z_ORDER_19"/>
            <p:cNvPicPr>
              <a:picLocks noChangeAspect="1"/>
            </p:cNvPicPr>
            <p:nvPr>
              <p:custDataLst>
                <p:tags r:id="rId89"/>
              </p:custDataLst>
            </p:nvPr>
          </p:nvPicPr>
          <p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4135120" y="172720"/>
              <a:ext cx="1264920" cy="1524000"/>
            </a:xfrm>
            <a:prstGeom prst="rect">
              <a:avLst/>
            </a:prstGeom>
          </p:spPr>
        </p:pic>
        <p:sp>
          <p:nvSpPr>
            <p:cNvPr id="143" name="Text 12" descr="TEMP_Z_ORDER_20"/>
            <p:cNvSpPr/>
            <p:nvPr>
              <p:custDataLst>
                <p:tags r:id="rId90"/>
              </p:custDataLst>
            </p:nvPr>
          </p:nvSpPr>
          <p:spPr>
            <a:xfrm>
              <a:off x="4257040" y="294640"/>
              <a:ext cx="1030224" cy="2741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DC262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缺失 B</a:t>
              </a:r>
              <a:endParaRPr lang="en-US" sz="1560"/>
            </a:p>
          </p:txBody>
        </p:sp>
        <p:sp>
          <p:nvSpPr>
            <p:cNvPr id="144" name="Text 13" descr="TEMP_Z_ORDER_21"/>
            <p:cNvSpPr/>
            <p:nvPr>
              <p:custDataLst>
                <p:tags r:id="rId91"/>
              </p:custDataLst>
            </p:nvPr>
          </p:nvSpPr>
          <p:spPr>
            <a:xfrm>
              <a:off x="4257040" y="599440"/>
              <a:ext cx="1030224" cy="481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(有实体无非遗)</a:t>
              </a:r>
              <a:endParaRPr lang="en-US" sz="1440"/>
            </a:p>
          </p:txBody>
        </p:sp>
        <p:sp>
          <p:nvSpPr>
            <p:cNvPr id="145" name="Text 14" descr="TEMP_Z_ORDER_22"/>
            <p:cNvSpPr/>
            <p:nvPr>
              <p:custDataLst>
                <p:tags r:id="rId92"/>
              </p:custDataLst>
            </p:nvPr>
          </p:nvSpPr>
          <p:spPr>
            <a:xfrm>
              <a:off x="4257040" y="1193800"/>
              <a:ext cx="1030224" cy="3852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6个</a:t>
              </a:r>
              <a:endParaRPr lang="en-US" sz="2040"/>
            </a:p>
          </p:txBody>
        </p:sp>
      </p:grpSp>
      <p:grpSp>
        <p:nvGrpSpPr>
          <p:cNvPr id="76" name="组合 75"/>
          <p:cNvGrpSpPr/>
          <p:nvPr>
            <p:custDataLst>
              <p:tags r:id="rId5"/>
            </p:custDataLst>
          </p:nvPr>
        </p:nvGrpSpPr>
        <p:grpSpPr>
          <a:xfrm>
            <a:off x="5288280" y="4145280"/>
            <a:ext cx="6309360" cy="2407920"/>
            <a:chOff x="-635000" y="-635000"/>
            <a:chExt cx="6309360" cy="2407920"/>
          </a:xfrm>
        </p:grpSpPr>
        <p:pic>
          <p:nvPicPr>
            <p:cNvPr id="77" name="Image 8" descr="TEMP_Z_ORDER_2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09360" cy="2407920"/>
            </a:xfrm>
            <a:prstGeom prst="rect">
              <a:avLst/>
            </a:prstGeom>
          </p:spPr>
        </p:pic>
        <p:sp>
          <p:nvSpPr>
            <p:cNvPr id="78" name="Text 15" descr="TEMP_Z_ORDER_24"/>
            <p:cNvSpPr/>
            <p:nvPr>
              <p:custDataLst>
                <p:tags r:id="rId26"/>
              </p:custDataLst>
            </p:nvPr>
          </p:nvSpPr>
          <p:spPr>
            <a:xfrm>
              <a:off x="-436880" y="-436880"/>
              <a:ext cx="5922264" cy="2632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60"/>
                </a:lnSpc>
                <a:buNone/>
              </a:pPr>
              <a:r>
                <a:rPr lang="en-US" sz="144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镇街 D 表</a:t>
              </a:r>
              <a:endParaRPr lang="en-US" sz="1440"/>
            </a:p>
          </p:txBody>
        </p:sp>
        <p:sp>
          <p:nvSpPr>
            <p:cNvPr id="79" name="Text 16" descr="TEMP_Z_ORDER_25"/>
            <p:cNvSpPr/>
            <p:nvPr>
              <p:custDataLst>
                <p:tags r:id="rId27"/>
              </p:custDataLst>
            </p:nvPr>
          </p:nvSpPr>
          <p:spPr>
            <a:xfrm>
              <a:off x="-436880" y="-55880"/>
              <a:ext cx="368776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镇街</a:t>
              </a:r>
              <a:endParaRPr lang="en-US" sz="1440"/>
            </a:p>
          </p:txBody>
        </p:sp>
        <p:sp>
          <p:nvSpPr>
            <p:cNvPr id="80" name="Text 17" descr="TEMP_Z_ORDER_26"/>
            <p:cNvSpPr/>
            <p:nvPr>
              <p:custDataLst>
                <p:tags r:id="rId28"/>
              </p:custDataLst>
            </p:nvPr>
          </p:nvSpPr>
          <p:spPr>
            <a:xfrm>
              <a:off x="2095849" y="-55880"/>
              <a:ext cx="31105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POI</a:t>
              </a:r>
              <a:endParaRPr lang="en-US" sz="1440"/>
            </a:p>
          </p:txBody>
        </p:sp>
        <p:sp>
          <p:nvSpPr>
            <p:cNvPr id="81" name="Text 18" descr="TEMP_Z_ORDER_27"/>
            <p:cNvSpPr/>
            <p:nvPr>
              <p:custDataLst>
                <p:tags r:id="rId29"/>
              </p:custDataLst>
            </p:nvPr>
          </p:nvSpPr>
          <p:spPr>
            <a:xfrm>
              <a:off x="2755503" y="-55880"/>
              <a:ext cx="931561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非遗(26项)</a:t>
              </a:r>
              <a:endParaRPr lang="en-US" sz="1440"/>
            </a:p>
          </p:txBody>
        </p:sp>
        <p:sp>
          <p:nvSpPr>
            <p:cNvPr id="82" name="Text 19" descr="TEMP_Z_ORDER_28"/>
            <p:cNvSpPr/>
            <p:nvPr>
              <p:custDataLst>
                <p:tags r:id="rId30"/>
              </p:custDataLst>
            </p:nvPr>
          </p:nvSpPr>
          <p:spPr>
            <a:xfrm>
              <a:off x="4428284" y="-55880"/>
              <a:ext cx="142700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D</a:t>
              </a:r>
              <a:endParaRPr lang="en-US" sz="1440"/>
            </a:p>
          </p:txBody>
        </p:sp>
        <p:sp>
          <p:nvSpPr>
            <p:cNvPr id="83" name="Text 20" descr="TEMP_Z_ORDER_29"/>
            <p:cNvSpPr/>
            <p:nvPr>
              <p:custDataLst>
                <p:tags r:id="rId31"/>
              </p:custDataLst>
            </p:nvPr>
          </p:nvSpPr>
          <p:spPr>
            <a:xfrm>
              <a:off x="4892564" y="-55880"/>
              <a:ext cx="368776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等级</a:t>
              </a:r>
              <a:endParaRPr lang="en-US" sz="1440"/>
            </a:p>
          </p:txBody>
        </p:sp>
        <p:pic>
          <p:nvPicPr>
            <p:cNvPr id="84" name="Image 9" descr="TEMP_Z_ORDER_3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-436880" y="218440"/>
              <a:ext cx="5913120" cy="15240"/>
            </a:xfrm>
            <a:prstGeom prst="rect">
              <a:avLst/>
            </a:prstGeom>
          </p:spPr>
        </p:pic>
        <p:sp>
          <p:nvSpPr>
            <p:cNvPr id="85" name="Text 21" descr="TEMP_Z_ORDER_31"/>
            <p:cNvSpPr/>
            <p:nvPr>
              <p:custDataLst>
                <p:tags r:id="rId33"/>
              </p:custDataLst>
            </p:nvPr>
          </p:nvSpPr>
          <p:spPr>
            <a:xfrm>
              <a:off x="-436880" y="264160"/>
              <a:ext cx="737553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桂城街道</a:t>
              </a:r>
              <a:endParaRPr lang="en-US" sz="1440"/>
            </a:p>
          </p:txBody>
        </p:sp>
        <p:sp>
          <p:nvSpPr>
            <p:cNvPr id="86" name="Text 22" descr="TEMP_Z_ORDER_32"/>
            <p:cNvSpPr/>
            <p:nvPr>
              <p:custDataLst>
                <p:tags r:id="rId34"/>
              </p:custDataLst>
            </p:nvPr>
          </p:nvSpPr>
          <p:spPr>
            <a:xfrm>
              <a:off x="1938718" y="26416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4174</a:t>
              </a:r>
              <a:endParaRPr lang="en-US" sz="1440"/>
            </a:p>
          </p:txBody>
        </p:sp>
        <p:sp>
          <p:nvSpPr>
            <p:cNvPr id="87" name="Text 23" descr="TEMP_Z_ORDER_33"/>
            <p:cNvSpPr/>
            <p:nvPr>
              <p:custDataLst>
                <p:tags r:id="rId35"/>
              </p:custDataLst>
            </p:nvPr>
          </p:nvSpPr>
          <p:spPr>
            <a:xfrm>
              <a:off x="3570017" y="26416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7</a:t>
              </a:r>
              <a:endParaRPr lang="en-US" sz="1440"/>
            </a:p>
          </p:txBody>
        </p:sp>
        <p:sp>
          <p:nvSpPr>
            <p:cNvPr id="88" name="Text 24" descr="TEMP_Z_ORDER_34"/>
            <p:cNvSpPr/>
            <p:nvPr>
              <p:custDataLst>
                <p:tags r:id="rId36"/>
              </p:custDataLst>
            </p:nvPr>
          </p:nvSpPr>
          <p:spPr>
            <a:xfrm>
              <a:off x="4160520" y="26416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0.88</a:t>
              </a:r>
              <a:endParaRPr lang="en-US" sz="1440"/>
            </a:p>
          </p:txBody>
        </p:sp>
        <p:pic>
          <p:nvPicPr>
            <p:cNvPr id="89" name="Image 10" descr="TEMP_Z_ORDER_35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108"/>
            <a:stretch>
              <a:fillRect/>
            </a:stretch>
          </p:blipFill>
          <p:spPr>
            <a:xfrm>
              <a:off x="4866640" y="248920"/>
              <a:ext cx="426720" cy="274320"/>
            </a:xfrm>
            <a:prstGeom prst="rect">
              <a:avLst/>
            </a:prstGeom>
          </p:spPr>
        </p:pic>
        <p:sp>
          <p:nvSpPr>
            <p:cNvPr id="90" name="Text 25" descr="TEMP_Z_ORDER_36"/>
            <p:cNvSpPr/>
            <p:nvPr>
              <p:custDataLst>
                <p:tags r:id="rId38"/>
              </p:custDataLst>
            </p:nvPr>
          </p:nvSpPr>
          <p:spPr>
            <a:xfrm>
              <a:off x="4992378" y="27940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高</a:t>
              </a:r>
              <a:endParaRPr lang="en-US" sz="1440"/>
            </a:p>
          </p:txBody>
        </p:sp>
        <p:sp>
          <p:nvSpPr>
            <p:cNvPr id="91" name="Text 26" descr="TEMP_Z_ORDER_37"/>
            <p:cNvSpPr/>
            <p:nvPr>
              <p:custDataLst>
                <p:tags r:id="rId39"/>
              </p:custDataLst>
            </p:nvPr>
          </p:nvSpPr>
          <p:spPr>
            <a:xfrm>
              <a:off x="-436880" y="44704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西樵镇</a:t>
              </a:r>
              <a:endParaRPr lang="en-US" sz="1440"/>
            </a:p>
          </p:txBody>
        </p:sp>
        <p:sp>
          <p:nvSpPr>
            <p:cNvPr id="92" name="Text 27" descr="TEMP_Z_ORDER_38"/>
            <p:cNvSpPr/>
            <p:nvPr>
              <p:custDataLst>
                <p:tags r:id="rId40"/>
              </p:custDataLst>
            </p:nvPr>
          </p:nvSpPr>
          <p:spPr>
            <a:xfrm>
              <a:off x="1938718" y="44704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1055</a:t>
              </a:r>
              <a:endParaRPr lang="en-US" sz="1440"/>
            </a:p>
          </p:txBody>
        </p:sp>
        <p:sp>
          <p:nvSpPr>
            <p:cNvPr id="93" name="Text 28" descr="TEMP_Z_ORDER_39"/>
            <p:cNvSpPr/>
            <p:nvPr>
              <p:custDataLst>
                <p:tags r:id="rId41"/>
              </p:custDataLst>
            </p:nvPr>
          </p:nvSpPr>
          <p:spPr>
            <a:xfrm>
              <a:off x="3570017" y="44704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5</a:t>
              </a:r>
              <a:endParaRPr lang="en-US" sz="1440"/>
            </a:p>
          </p:txBody>
        </p:sp>
        <p:sp>
          <p:nvSpPr>
            <p:cNvPr id="94" name="Text 29" descr="TEMP_Z_ORDER_40"/>
            <p:cNvSpPr/>
            <p:nvPr>
              <p:custDataLst>
                <p:tags r:id="rId42"/>
              </p:custDataLst>
            </p:nvPr>
          </p:nvSpPr>
          <p:spPr>
            <a:xfrm>
              <a:off x="4160520" y="44704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0.69</a:t>
              </a:r>
              <a:endParaRPr lang="en-US" sz="1440"/>
            </a:p>
          </p:txBody>
        </p:sp>
        <p:pic>
          <p:nvPicPr>
            <p:cNvPr id="95" name="Image 11" descr="TEMP_Z_ORDER_41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/>
            </a:stretch>
          </p:blipFill>
          <p:spPr>
            <a:xfrm>
              <a:off x="4866640" y="431800"/>
              <a:ext cx="426720" cy="274320"/>
            </a:xfrm>
            <a:prstGeom prst="rect">
              <a:avLst/>
            </a:prstGeom>
          </p:spPr>
        </p:pic>
        <p:sp>
          <p:nvSpPr>
            <p:cNvPr id="96" name="Text 30" descr="TEMP_Z_ORDER_42"/>
            <p:cNvSpPr/>
            <p:nvPr>
              <p:custDataLst>
                <p:tags r:id="rId44"/>
              </p:custDataLst>
            </p:nvPr>
          </p:nvSpPr>
          <p:spPr>
            <a:xfrm>
              <a:off x="4992378" y="46228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1D4ED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</a:t>
              </a:r>
              <a:endParaRPr lang="en-US" sz="1440"/>
            </a:p>
          </p:txBody>
        </p:sp>
        <p:sp>
          <p:nvSpPr>
            <p:cNvPr id="97" name="Text 31" descr="TEMP_Z_ORDER_43"/>
            <p:cNvSpPr/>
            <p:nvPr>
              <p:custDataLst>
                <p:tags r:id="rId45"/>
              </p:custDataLst>
            </p:nvPr>
          </p:nvSpPr>
          <p:spPr>
            <a:xfrm>
              <a:off x="-436880" y="62992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大沥镇</a:t>
              </a:r>
              <a:endParaRPr lang="en-US" sz="1440"/>
            </a:p>
          </p:txBody>
        </p:sp>
        <p:sp>
          <p:nvSpPr>
            <p:cNvPr id="98" name="Text 32" descr="TEMP_Z_ORDER_44"/>
            <p:cNvSpPr/>
            <p:nvPr>
              <p:custDataLst>
                <p:tags r:id="rId46"/>
              </p:custDataLst>
            </p:nvPr>
          </p:nvSpPr>
          <p:spPr>
            <a:xfrm>
              <a:off x="1938718" y="62992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2080</a:t>
              </a:r>
              <a:endParaRPr lang="en-US" sz="1440"/>
            </a:p>
          </p:txBody>
        </p:sp>
        <p:sp>
          <p:nvSpPr>
            <p:cNvPr id="99" name="Text 33" descr="TEMP_Z_ORDER_45"/>
            <p:cNvSpPr/>
            <p:nvPr>
              <p:custDataLst>
                <p:tags r:id="rId47"/>
              </p:custDataLst>
            </p:nvPr>
          </p:nvSpPr>
          <p:spPr>
            <a:xfrm>
              <a:off x="3570017" y="62992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</a:t>
              </a:r>
              <a:endParaRPr lang="en-US" sz="1440"/>
            </a:p>
          </p:txBody>
        </p:sp>
        <p:sp>
          <p:nvSpPr>
            <p:cNvPr id="100" name="Text 34" descr="TEMP_Z_ORDER_46"/>
            <p:cNvSpPr/>
            <p:nvPr>
              <p:custDataLst>
                <p:tags r:id="rId48"/>
              </p:custDataLst>
            </p:nvPr>
          </p:nvSpPr>
          <p:spPr>
            <a:xfrm>
              <a:off x="4160520" y="62992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0.66</a:t>
              </a:r>
              <a:endParaRPr lang="en-US" sz="1440"/>
            </a:p>
          </p:txBody>
        </p:sp>
        <p:pic>
          <p:nvPicPr>
            <p:cNvPr id="101" name="Image 12" descr="TEMP_Z_ORDER_47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/>
            </a:stretch>
          </p:blipFill>
          <p:spPr>
            <a:xfrm>
              <a:off x="4866640" y="614680"/>
              <a:ext cx="426720" cy="274320"/>
            </a:xfrm>
            <a:prstGeom prst="rect">
              <a:avLst/>
            </a:prstGeom>
          </p:spPr>
        </p:pic>
        <p:sp>
          <p:nvSpPr>
            <p:cNvPr id="102" name="Text 35" descr="TEMP_Z_ORDER_48"/>
            <p:cNvSpPr/>
            <p:nvPr>
              <p:custDataLst>
                <p:tags r:id="rId50"/>
              </p:custDataLst>
            </p:nvPr>
          </p:nvSpPr>
          <p:spPr>
            <a:xfrm>
              <a:off x="4992378" y="64516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1D4ED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</a:t>
              </a:r>
              <a:endParaRPr lang="en-US" sz="1440"/>
            </a:p>
          </p:txBody>
        </p:sp>
        <p:sp>
          <p:nvSpPr>
            <p:cNvPr id="103" name="Text 36" descr="TEMP_Z_ORDER_49"/>
            <p:cNvSpPr/>
            <p:nvPr>
              <p:custDataLst>
                <p:tags r:id="rId51"/>
              </p:custDataLst>
            </p:nvPr>
          </p:nvSpPr>
          <p:spPr>
            <a:xfrm>
              <a:off x="-436880" y="81280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里水镇</a:t>
              </a:r>
              <a:endParaRPr lang="en-US" sz="1440"/>
            </a:p>
          </p:txBody>
        </p:sp>
        <p:sp>
          <p:nvSpPr>
            <p:cNvPr id="104" name="Text 37" descr="TEMP_Z_ORDER_50"/>
            <p:cNvSpPr/>
            <p:nvPr>
              <p:custDataLst>
                <p:tags r:id="rId52"/>
              </p:custDataLst>
            </p:nvPr>
          </p:nvSpPr>
          <p:spPr>
            <a:xfrm>
              <a:off x="1938718" y="81280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2625</a:t>
              </a:r>
              <a:endParaRPr lang="en-US" sz="1440"/>
            </a:p>
          </p:txBody>
        </p:sp>
        <p:sp>
          <p:nvSpPr>
            <p:cNvPr id="105" name="Text 38" descr="TEMP_Z_ORDER_51"/>
            <p:cNvSpPr/>
            <p:nvPr>
              <p:custDataLst>
                <p:tags r:id="rId53"/>
              </p:custDataLst>
            </p:nvPr>
          </p:nvSpPr>
          <p:spPr>
            <a:xfrm>
              <a:off x="3570017" y="81280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106" name="Text 39" descr="TEMP_Z_ORDER_52"/>
            <p:cNvSpPr/>
            <p:nvPr>
              <p:custDataLst>
                <p:tags r:id="rId54"/>
              </p:custDataLst>
            </p:nvPr>
          </p:nvSpPr>
          <p:spPr>
            <a:xfrm>
              <a:off x="4160520" y="81280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0.65</a:t>
              </a:r>
              <a:endParaRPr lang="en-US" sz="1440"/>
            </a:p>
          </p:txBody>
        </p:sp>
        <p:pic>
          <p:nvPicPr>
            <p:cNvPr id="107" name="Image 13" descr="TEMP_Z_ORDER_53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/>
            </a:stretch>
          </p:blipFill>
          <p:spPr>
            <a:xfrm>
              <a:off x="4866640" y="797560"/>
              <a:ext cx="426720" cy="274320"/>
            </a:xfrm>
            <a:prstGeom prst="rect">
              <a:avLst/>
            </a:prstGeom>
          </p:spPr>
        </p:pic>
        <p:sp>
          <p:nvSpPr>
            <p:cNvPr id="108" name="Text 40" descr="TEMP_Z_ORDER_54"/>
            <p:cNvSpPr/>
            <p:nvPr>
              <p:custDataLst>
                <p:tags r:id="rId56"/>
              </p:custDataLst>
            </p:nvPr>
          </p:nvSpPr>
          <p:spPr>
            <a:xfrm>
              <a:off x="4992378" y="82804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1D4ED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</a:t>
              </a:r>
              <a:endParaRPr lang="en-US" sz="1440"/>
            </a:p>
          </p:txBody>
        </p:sp>
        <p:sp>
          <p:nvSpPr>
            <p:cNvPr id="109" name="Text 41" descr="TEMP_Z_ORDER_55"/>
            <p:cNvSpPr/>
            <p:nvPr>
              <p:custDataLst>
                <p:tags r:id="rId57"/>
              </p:custDataLst>
            </p:nvPr>
          </p:nvSpPr>
          <p:spPr>
            <a:xfrm>
              <a:off x="-436880" y="99568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狮山镇</a:t>
              </a:r>
              <a:endParaRPr lang="en-US" sz="1440"/>
            </a:p>
          </p:txBody>
        </p:sp>
        <p:sp>
          <p:nvSpPr>
            <p:cNvPr id="110" name="Text 42" descr="TEMP_Z_ORDER_56"/>
            <p:cNvSpPr/>
            <p:nvPr>
              <p:custDataLst>
                <p:tags r:id="rId58"/>
              </p:custDataLst>
            </p:nvPr>
          </p:nvSpPr>
          <p:spPr>
            <a:xfrm>
              <a:off x="1938718" y="99568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2233</a:t>
              </a:r>
              <a:endParaRPr lang="en-US" sz="1440"/>
            </a:p>
          </p:txBody>
        </p:sp>
        <p:sp>
          <p:nvSpPr>
            <p:cNvPr id="111" name="Text 43" descr="TEMP_Z_ORDER_57"/>
            <p:cNvSpPr/>
            <p:nvPr>
              <p:custDataLst>
                <p:tags r:id="rId59"/>
              </p:custDataLst>
            </p:nvPr>
          </p:nvSpPr>
          <p:spPr>
            <a:xfrm>
              <a:off x="3570017" y="99568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112" name="Text 44" descr="TEMP_Z_ORDER_58"/>
            <p:cNvSpPr/>
            <p:nvPr>
              <p:custDataLst>
                <p:tags r:id="rId60"/>
              </p:custDataLst>
            </p:nvPr>
          </p:nvSpPr>
          <p:spPr>
            <a:xfrm>
              <a:off x="4160520" y="99568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0.63</a:t>
              </a:r>
              <a:endParaRPr lang="en-US" sz="1440"/>
            </a:p>
          </p:txBody>
        </p:sp>
        <p:pic>
          <p:nvPicPr>
            <p:cNvPr id="113" name="Image 14" descr="TEMP_Z_ORDER_59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/>
            </a:stretch>
          </p:blipFill>
          <p:spPr>
            <a:xfrm>
              <a:off x="4866640" y="980440"/>
              <a:ext cx="426720" cy="274320"/>
            </a:xfrm>
            <a:prstGeom prst="rect">
              <a:avLst/>
            </a:prstGeom>
          </p:spPr>
        </p:pic>
        <p:sp>
          <p:nvSpPr>
            <p:cNvPr id="114" name="Text 45" descr="TEMP_Z_ORDER_60"/>
            <p:cNvSpPr/>
            <p:nvPr>
              <p:custDataLst>
                <p:tags r:id="rId62"/>
              </p:custDataLst>
            </p:nvPr>
          </p:nvSpPr>
          <p:spPr>
            <a:xfrm>
              <a:off x="4992378" y="101092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1D4ED8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</a:t>
              </a:r>
              <a:endParaRPr lang="en-US" sz="1440"/>
            </a:p>
          </p:txBody>
        </p:sp>
        <p:sp>
          <p:nvSpPr>
            <p:cNvPr id="115" name="Text 46" descr="TEMP_Z_ORDER_61"/>
            <p:cNvSpPr/>
            <p:nvPr>
              <p:custDataLst>
                <p:tags r:id="rId63"/>
              </p:custDataLst>
            </p:nvPr>
          </p:nvSpPr>
          <p:spPr>
            <a:xfrm>
              <a:off x="-436880" y="117856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丹灶镇</a:t>
              </a:r>
              <a:endParaRPr lang="en-US" sz="1440"/>
            </a:p>
          </p:txBody>
        </p:sp>
        <p:sp>
          <p:nvSpPr>
            <p:cNvPr id="116" name="Text 47" descr="TEMP_Z_ORDER_62"/>
            <p:cNvSpPr/>
            <p:nvPr>
              <p:custDataLst>
                <p:tags r:id="rId64"/>
              </p:custDataLst>
            </p:nvPr>
          </p:nvSpPr>
          <p:spPr>
            <a:xfrm>
              <a:off x="1938718" y="1178560"/>
              <a:ext cx="468185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1086</a:t>
              </a:r>
              <a:endParaRPr lang="en-US" sz="1440"/>
            </a:p>
          </p:txBody>
        </p:sp>
        <p:sp>
          <p:nvSpPr>
            <p:cNvPr id="117" name="Text 48" descr="TEMP_Z_ORDER_63"/>
            <p:cNvSpPr/>
            <p:nvPr>
              <p:custDataLst>
                <p:tags r:id="rId65"/>
              </p:custDataLst>
            </p:nvPr>
          </p:nvSpPr>
          <p:spPr>
            <a:xfrm>
              <a:off x="3570017" y="117856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</a:t>
              </a:r>
              <a:endParaRPr lang="en-US" sz="1440"/>
            </a:p>
          </p:txBody>
        </p:sp>
        <p:sp>
          <p:nvSpPr>
            <p:cNvPr id="118" name="Text 49" descr="TEMP_Z_ORDER_64"/>
            <p:cNvSpPr/>
            <p:nvPr>
              <p:custDataLst>
                <p:tags r:id="rId66"/>
              </p:custDataLst>
            </p:nvPr>
          </p:nvSpPr>
          <p:spPr>
            <a:xfrm>
              <a:off x="4160520" y="117856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0.44</a:t>
              </a:r>
              <a:endParaRPr lang="en-US" sz="1440"/>
            </a:p>
          </p:txBody>
        </p:sp>
        <p:pic>
          <p:nvPicPr>
            <p:cNvPr id="119" name="Image 15" descr="TEMP_Z_ORDER_65"/>
            <p:cNvPicPr>
              <a:picLocks noChangeAspect="1"/>
            </p:cNvPicPr>
            <p:nvPr>
              <p:custDataLst>
                <p:tags r:id="rId67"/>
              </p:custDataLst>
            </p:nvPr>
          </p:nvPicPr>
          <p:blipFill>
            <a:blip r:embed="rId111"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/>
            </a:stretch>
          </p:blipFill>
          <p:spPr>
            <a:xfrm>
              <a:off x="4866640" y="1163320"/>
              <a:ext cx="426720" cy="274320"/>
            </a:xfrm>
            <a:prstGeom prst="rect">
              <a:avLst/>
            </a:prstGeom>
          </p:spPr>
        </p:pic>
        <p:sp>
          <p:nvSpPr>
            <p:cNvPr id="120" name="Text 50" descr="TEMP_Z_ORDER_66"/>
            <p:cNvSpPr/>
            <p:nvPr>
              <p:custDataLst>
                <p:tags r:id="rId68"/>
              </p:custDataLst>
            </p:nvPr>
          </p:nvSpPr>
          <p:spPr>
            <a:xfrm>
              <a:off x="4992378" y="119380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C2410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低</a:t>
              </a:r>
              <a:endParaRPr lang="en-US" sz="1440"/>
            </a:p>
          </p:txBody>
        </p:sp>
        <p:sp>
          <p:nvSpPr>
            <p:cNvPr id="121" name="Text 51" descr="TEMP_Z_ORDER_67"/>
            <p:cNvSpPr/>
            <p:nvPr>
              <p:custDataLst>
                <p:tags r:id="rId69"/>
              </p:custDataLst>
            </p:nvPr>
          </p:nvSpPr>
          <p:spPr>
            <a:xfrm>
              <a:off x="-436880" y="136144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九江镇</a:t>
              </a:r>
              <a:endParaRPr lang="en-US" sz="1440"/>
            </a:p>
          </p:txBody>
        </p:sp>
        <p:sp>
          <p:nvSpPr>
            <p:cNvPr id="122" name="Text 52" descr="TEMP_Z_ORDER_68"/>
            <p:cNvSpPr/>
            <p:nvPr>
              <p:custDataLst>
                <p:tags r:id="rId70"/>
              </p:custDataLst>
            </p:nvPr>
          </p:nvSpPr>
          <p:spPr>
            <a:xfrm>
              <a:off x="2055765" y="1361440"/>
              <a:ext cx="351139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259</a:t>
              </a:r>
              <a:endParaRPr lang="en-US" sz="1440"/>
            </a:p>
          </p:txBody>
        </p:sp>
        <p:sp>
          <p:nvSpPr>
            <p:cNvPr id="123" name="Text 53" descr="TEMP_Z_ORDER_69"/>
            <p:cNvSpPr/>
            <p:nvPr>
              <p:custDataLst>
                <p:tags r:id="rId71"/>
              </p:custDataLst>
            </p:nvPr>
          </p:nvSpPr>
          <p:spPr>
            <a:xfrm>
              <a:off x="3570017" y="136144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5</a:t>
              </a:r>
              <a:endParaRPr lang="en-US" sz="1440"/>
            </a:p>
          </p:txBody>
        </p:sp>
        <p:sp>
          <p:nvSpPr>
            <p:cNvPr id="124" name="Text 54" descr="TEMP_Z_ORDER_70"/>
            <p:cNvSpPr/>
            <p:nvPr>
              <p:custDataLst>
                <p:tags r:id="rId72"/>
              </p:custDataLst>
            </p:nvPr>
          </p:nvSpPr>
          <p:spPr>
            <a:xfrm>
              <a:off x="4160520" y="1361440"/>
              <a:ext cx="410464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0.40</a:t>
              </a:r>
              <a:endParaRPr lang="en-US" sz="1440"/>
            </a:p>
          </p:txBody>
        </p:sp>
        <p:pic>
          <p:nvPicPr>
            <p:cNvPr id="125" name="Image 16" descr="TEMP_Z_ORDER_71"/>
            <p:cNvPicPr>
              <a:picLocks noChangeAspect="1"/>
            </p:cNvPicPr>
            <p:nvPr>
              <p:custDataLst>
                <p:tags r:id="rId73"/>
              </p:custDataLst>
            </p:nvPr>
          </p:nvPicPr>
          <p:blipFill>
            <a:blip r:embed="rId111"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/>
            </a:stretch>
          </p:blipFill>
          <p:spPr>
            <a:xfrm>
              <a:off x="4866640" y="1346200"/>
              <a:ext cx="426720" cy="274320"/>
            </a:xfrm>
            <a:prstGeom prst="rect">
              <a:avLst/>
            </a:prstGeom>
          </p:spPr>
        </p:pic>
        <p:sp>
          <p:nvSpPr>
            <p:cNvPr id="126" name="Text 55" descr="TEMP_Z_ORDER_72"/>
            <p:cNvSpPr/>
            <p:nvPr>
              <p:custDataLst>
                <p:tags r:id="rId74"/>
              </p:custDataLst>
            </p:nvPr>
          </p:nvSpPr>
          <p:spPr>
            <a:xfrm>
              <a:off x="4992378" y="1376680"/>
              <a:ext cx="184388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C2410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低</a:t>
              </a:r>
              <a:endParaRPr lang="en-US" sz="1440"/>
            </a:p>
          </p:txBody>
        </p:sp>
      </p:grpSp>
      <p:sp>
        <p:nvSpPr>
          <p:cNvPr id="75" name="Text 56"/>
          <p:cNvSpPr/>
          <p:nvPr>
            <p:custDataLst>
              <p:tags r:id="rId6"/>
            </p:custDataLst>
          </p:nvPr>
        </p:nvSpPr>
        <p:spPr>
          <a:xfrm>
            <a:off x="487680" y="470440"/>
            <a:ext cx="11225784" cy="3906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4.1非遗与文旅 POI </a:t>
            </a:r>
            <a:r>
              <a:rPr lang="en-US" sz="24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耦合分析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7092256-6A8C-3DB1-B6F9-A7BD17B3F05E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09376" y="1613878"/>
            <a:ext cx="1020285" cy="660265"/>
            <a:chOff x="-635000" y="-635000"/>
            <a:chExt cx="1020285" cy="660265"/>
          </a:xfrm>
        </p:grpSpPr>
        <p:pic>
          <p:nvPicPr>
            <p:cNvPr id="5" name="Image 2" descr="TEMP_Z_ORDER_2">
              <a:extLst>
                <a:ext uri="{FF2B5EF4-FFF2-40B4-BE49-F238E27FC236}">
                  <a16:creationId xmlns:a16="http://schemas.microsoft.com/office/drawing/2014/main" id="{8EED41F8-76CC-EA71-22DD-6827426C222F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13">
              <a:extLst>
                <a:ext uri="{96DAC541-7B7A-43D3-8B79-37D633B846F1}">
                  <asvg:svgBlip xmlns:asvg="http://schemas.microsoft.com/office/drawing/2016/SVG/main" r:embed="rId11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20285" cy="444273"/>
            </a:xfrm>
            <a:prstGeom prst="rect">
              <a:avLst/>
            </a:prstGeom>
          </p:spPr>
        </p:pic>
        <p:pic>
          <p:nvPicPr>
            <p:cNvPr id="6" name="Image 3" descr="TEMP_Z_ORDER_3">
              <a:extLst>
                <a:ext uri="{FF2B5EF4-FFF2-40B4-BE49-F238E27FC236}">
                  <a16:creationId xmlns:a16="http://schemas.microsoft.com/office/drawing/2014/main" id="{2F29CB93-7A38-6829-A5F9-90BA2AB78FC1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15"/>
            <a:stretch>
              <a:fillRect/>
            </a:stretch>
          </p:blipFill>
          <p:spPr>
            <a:xfrm>
              <a:off x="-635000" y="-189788"/>
              <a:ext cx="215053" cy="215053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F6DE446-9898-4A8F-AF02-5C7B65075B4D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709376" y="3320851"/>
            <a:ext cx="1020285" cy="660265"/>
            <a:chOff x="-635000" y="-635000"/>
            <a:chExt cx="1020285" cy="660265"/>
          </a:xfrm>
        </p:grpSpPr>
        <p:pic>
          <p:nvPicPr>
            <p:cNvPr id="8" name="Image 4" descr="TEMP_Z_ORDER_4">
              <a:extLst>
                <a:ext uri="{FF2B5EF4-FFF2-40B4-BE49-F238E27FC236}">
                  <a16:creationId xmlns:a16="http://schemas.microsoft.com/office/drawing/2014/main" id="{D1D6D6B0-E2D9-8C4E-3920-79E66E42F5F9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13"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20285" cy="444274"/>
            </a:xfrm>
            <a:prstGeom prst="rect">
              <a:avLst/>
            </a:prstGeom>
          </p:spPr>
        </p:pic>
        <p:pic>
          <p:nvPicPr>
            <p:cNvPr id="9" name="Image 5" descr="TEMP_Z_ORDER_5">
              <a:extLst>
                <a:ext uri="{FF2B5EF4-FFF2-40B4-BE49-F238E27FC236}">
                  <a16:creationId xmlns:a16="http://schemas.microsoft.com/office/drawing/2014/main" id="{FD34C7F5-1501-7092-B467-7B5E448E4921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15"/>
            <a:stretch>
              <a:fillRect/>
            </a:stretch>
          </p:blipFill>
          <p:spPr>
            <a:xfrm>
              <a:off x="-635000" y="-189788"/>
              <a:ext cx="215053" cy="215053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D383392-1C2B-46AC-57A8-7314DDE79AF7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799375" y="3367651"/>
            <a:ext cx="849429" cy="350673"/>
            <a:chOff x="-635000" y="-635000"/>
            <a:chExt cx="849429" cy="350673"/>
          </a:xfrm>
        </p:grpSpPr>
        <p:sp>
          <p:nvSpPr>
            <p:cNvPr id="11" name="Text 0" descr="TEMP_Z_ORDER_10">
              <a:extLst>
                <a:ext uri="{FF2B5EF4-FFF2-40B4-BE49-F238E27FC236}">
                  <a16:creationId xmlns:a16="http://schemas.microsoft.com/office/drawing/2014/main" id="{C185129A-4682-1F71-A960-72D31863A99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-370623" y="-598195"/>
              <a:ext cx="320675" cy="27706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800" b="1">
                  <a:solidFill>
                    <a:srgbClr val="FFFFFF"/>
                  </a:solidFill>
                </a:rPr>
                <a:t>02</a:t>
              </a:r>
              <a:endParaRPr lang="en-US" sz="180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A770D3F-9F8E-1383-CC0B-DDEFFCA5DA3F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799375" y="1660678"/>
            <a:ext cx="849429" cy="350673"/>
            <a:chOff x="-635000" y="-635000"/>
            <a:chExt cx="849429" cy="350673"/>
          </a:xfrm>
        </p:grpSpPr>
        <p:sp>
          <p:nvSpPr>
            <p:cNvPr id="13" name="Text 1" descr="TEMP_Z_ORDER_11">
              <a:extLst>
                <a:ext uri="{FF2B5EF4-FFF2-40B4-BE49-F238E27FC236}">
                  <a16:creationId xmlns:a16="http://schemas.microsoft.com/office/drawing/2014/main" id="{38EEC786-0C24-B3A3-25D2-CEFBE0927D83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-370623" y="-598195"/>
              <a:ext cx="320675" cy="27706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800" b="1">
                  <a:solidFill>
                    <a:srgbClr val="FFFFFF"/>
                  </a:solidFill>
                </a:rPr>
                <a:t>01</a:t>
              </a:r>
              <a:endParaRPr lang="en-US" sz="180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11A924B-13A8-7DD6-F913-22BFE51CE40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1972711" y="3387793"/>
            <a:ext cx="4970084" cy="316944"/>
            <a:chOff x="-635000" y="-635000"/>
            <a:chExt cx="4970084" cy="316944"/>
          </a:xfrm>
        </p:grpSpPr>
        <p:sp>
          <p:nvSpPr>
            <p:cNvPr id="15" name="Text 4" descr="TEMP_Z_ORDER_14">
              <a:extLst>
                <a:ext uri="{FF2B5EF4-FFF2-40B4-BE49-F238E27FC236}">
                  <a16:creationId xmlns:a16="http://schemas.microsoft.com/office/drawing/2014/main" id="{21AE11C3-0347-C55F-BC6F-F2BB65613609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-635000" y="-632554"/>
              <a:ext cx="4970084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四象限耦合结果</a:t>
              </a:r>
              <a:endParaRPr lang="en-US" sz="192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4618A05-9BB4-1AE6-1DEE-0898F685BE4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1242360" y="2292692"/>
            <a:ext cx="2948640" cy="358140"/>
            <a:chOff x="-635000" y="-635000"/>
            <a:chExt cx="5698996" cy="358140"/>
          </a:xfrm>
        </p:grpSpPr>
        <p:sp>
          <p:nvSpPr>
            <p:cNvPr id="17" name="Text 5" descr="TEMP_Z_ORDER_15">
              <a:extLst>
                <a:ext uri="{FF2B5EF4-FFF2-40B4-BE49-F238E27FC236}">
                  <a16:creationId xmlns:a16="http://schemas.microsoft.com/office/drawing/2014/main" id="{AE17D057-1298-F318-CDB3-3DD71016995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5698996" cy="3538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404"/>
                </a:lnSpc>
                <a:buNone/>
              </a:pPr>
              <a:r>
                <a:rPr lang="en-US" sz="1080" dirty="0">
                  <a:solidFill>
                    <a:srgbClr val="333333"/>
                  </a:solidFill>
                </a:rPr>
                <a:t>本研究创新性地构建了一个耦合分析模型，它将“文化供给侧”（非遗名录、图谱实体提及频次）与“旅游需求侧”（POI数据库）进行交叉分析，以量化文旅融合状态。</a:t>
              </a:r>
              <a:endParaRPr lang="en-US" sz="108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40DE617-4E41-EEA8-E791-2F85BA62C762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1972711" y="1680820"/>
            <a:ext cx="4970084" cy="316944"/>
            <a:chOff x="-635000" y="-635000"/>
            <a:chExt cx="4970084" cy="316944"/>
          </a:xfrm>
        </p:grpSpPr>
        <p:sp>
          <p:nvSpPr>
            <p:cNvPr id="19" name="Text 8" descr="TEMP_Z_ORDER_18">
              <a:extLst>
                <a:ext uri="{FF2B5EF4-FFF2-40B4-BE49-F238E27FC236}">
                  <a16:creationId xmlns:a16="http://schemas.microsoft.com/office/drawing/2014/main" id="{904E8E6A-033F-3117-A7CF-0AE55B6A3B5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-635000" y="-632554"/>
              <a:ext cx="4970084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分析方法</a:t>
              </a:r>
              <a:endParaRPr lang="en-US" sz="192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CDCC376-81C9-CB74-580B-EC0B41A19CB4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1242359" y="3999665"/>
            <a:ext cx="2948641" cy="534353"/>
            <a:chOff x="-635000" y="-635000"/>
            <a:chExt cx="5698997" cy="534353"/>
          </a:xfrm>
        </p:grpSpPr>
        <p:sp>
          <p:nvSpPr>
            <p:cNvPr id="21" name="Text 9" descr="TEMP_Z_ORDER_19">
              <a:extLst>
                <a:ext uri="{FF2B5EF4-FFF2-40B4-BE49-F238E27FC236}">
                  <a16:creationId xmlns:a16="http://schemas.microsoft.com/office/drawing/2014/main" id="{9BCB183E-D50E-75E8-21D4-9045D676718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635000" y="-635000"/>
              <a:ext cx="5698997" cy="532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404"/>
                </a:lnSpc>
                <a:buNone/>
              </a:pPr>
              <a:r>
                <a:rPr lang="en-US" sz="1080" dirty="0">
                  <a:solidFill>
                    <a:srgbClr val="333333"/>
                  </a:solidFill>
                </a:rPr>
                <a:t>通过实体对齐和缺失扫描，识别出四种状态：16对“强耦合”（如醒狮↔传承基地）、9对“错位”（如书院文化↔西樵山）、14项“缺失A”（文化侧缺失，如洪拳无载体）、6个“缺失B”（旅游侧缺失，如千灯湖缺内涵）。</a:t>
              </a:r>
              <a:endParaRPr lang="en-US" sz="1080" dirty="0"/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9174B03C-6CB6-2D97-B169-BF2FDE24B668}"/>
              </a:ext>
            </a:extLst>
          </p:cNvPr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990600" y="5105400"/>
            <a:ext cx="3448702" cy="134780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791def7a-7ac9-4d36-9118-1a23e8159f76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791def7a-7ac9-4d36-9118-1a23e8159f76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35" name="组合 34"/>
          <p:cNvGrpSpPr/>
          <p:nvPr>
            <p:custDataLst>
              <p:tags r:id="rId3"/>
            </p:custDataLst>
          </p:nvPr>
        </p:nvGrpSpPr>
        <p:grpSpPr>
          <a:xfrm>
            <a:off x="752412" y="1535580"/>
            <a:ext cx="842683" cy="842683"/>
            <a:chOff x="-635000" y="-635000"/>
            <a:chExt cx="842683" cy="842683"/>
          </a:xfrm>
        </p:grpSpPr>
        <p:pic>
          <p:nvPicPr>
            <p:cNvPr id="36" name="Image 2" descr="TEMP_Z_ORDER_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635000" y="-635000"/>
              <a:ext cx="842683" cy="842683"/>
            </a:xfrm>
            <a:prstGeom prst="rect">
              <a:avLst/>
            </a:prstGeom>
          </p:spPr>
        </p:pic>
      </p:grpSp>
      <p:grpSp>
        <p:nvGrpSpPr>
          <p:cNvPr id="27" name="组合 26"/>
          <p:cNvGrpSpPr/>
          <p:nvPr>
            <p:custDataLst>
              <p:tags r:id="rId4"/>
            </p:custDataLst>
          </p:nvPr>
        </p:nvGrpSpPr>
        <p:grpSpPr>
          <a:xfrm>
            <a:off x="752412" y="3085653"/>
            <a:ext cx="842683" cy="842683"/>
            <a:chOff x="-635000" y="-635000"/>
            <a:chExt cx="842683" cy="842683"/>
          </a:xfrm>
        </p:grpSpPr>
        <p:pic>
          <p:nvPicPr>
            <p:cNvPr id="28" name="Image 3" descr="TEMP_Z_ORDER_3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35000" y="-635000"/>
              <a:ext cx="842683" cy="842683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752412" y="4653698"/>
            <a:ext cx="842683" cy="842683"/>
            <a:chOff x="-635000" y="-635000"/>
            <a:chExt cx="842683" cy="842683"/>
          </a:xfrm>
        </p:grpSpPr>
        <p:pic>
          <p:nvPicPr>
            <p:cNvPr id="20" name="Image 4" descr="TEMP_Z_ORDER_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-635000" y="-635000"/>
              <a:ext cx="842683" cy="842683"/>
            </a:xfrm>
            <a:prstGeom prst="rect">
              <a:avLst/>
            </a:prstGeom>
          </p:spPr>
        </p:pic>
      </p:grpSp>
      <p:graphicFrame>
        <p:nvGraphicFramePr>
          <p:cNvPr id="18" name="Table 0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300737597"/>
              </p:ext>
            </p:extLst>
          </p:nvPr>
        </p:nvGraphicFramePr>
        <p:xfrm>
          <a:off x="4739221" y="680006"/>
          <a:ext cx="4976979" cy="2820340"/>
        </p:xfrm>
        <a:graphic>
          <a:graphicData uri="http://schemas.openxmlformats.org/drawingml/2006/table">
            <a:tbl>
              <a:tblPr/>
              <a:tblGrid>
                <a:gridCol w="117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FFFFFF"/>
                          </a:solidFill>
                        </a:rPr>
                        <a:t>镇街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文旅POI数量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占七镇比例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非遗项目数（项）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桂城街道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4174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约30.9%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里水镇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2625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约19.4%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狮山镇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2233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约16.5%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大沥镇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2080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约15.4%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丹灶镇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1086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约8.0%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西樵镇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1055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约7.8%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</a:rPr>
                        <a:t>九江镇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259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约1.9%</a:t>
                      </a:r>
                      <a:endParaRPr lang="en-US" sz="12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9" name="组合 28"/>
          <p:cNvGrpSpPr/>
          <p:nvPr>
            <p:custDataLst>
              <p:tags r:id="rId7"/>
            </p:custDataLst>
          </p:nvPr>
        </p:nvGrpSpPr>
        <p:grpSpPr>
          <a:xfrm>
            <a:off x="842411" y="3132453"/>
            <a:ext cx="671827" cy="749083"/>
            <a:chOff x="-635000" y="-635000"/>
            <a:chExt cx="671827" cy="749083"/>
          </a:xfrm>
        </p:grpSpPr>
        <p:sp>
          <p:nvSpPr>
            <p:cNvPr id="30" name="Text 0" descr="TEMP_Z_ORDER_6"/>
            <p:cNvSpPr/>
            <p:nvPr>
              <p:custDataLst>
                <p:tags r:id="rId24"/>
              </p:custDataLst>
            </p:nvPr>
          </p:nvSpPr>
          <p:spPr>
            <a:xfrm>
              <a:off x="-546006" y="-472874"/>
              <a:ext cx="493839" cy="4248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12"/>
                </a:lnSpc>
                <a:buNone/>
              </a:pPr>
              <a:r>
                <a:rPr lang="en-US" sz="2760" b="1">
                  <a:solidFill>
                    <a:srgbClr val="5A0767"/>
                  </a:solidFill>
                </a:rPr>
                <a:t>02</a:t>
              </a:r>
              <a:endParaRPr lang="en-US" sz="2760"/>
            </a:p>
          </p:txBody>
        </p:sp>
      </p:grpSp>
      <p:grpSp>
        <p:nvGrpSpPr>
          <p:cNvPr id="21" name="组合 20"/>
          <p:cNvGrpSpPr/>
          <p:nvPr>
            <p:custDataLst>
              <p:tags r:id="rId8"/>
            </p:custDataLst>
          </p:nvPr>
        </p:nvGrpSpPr>
        <p:grpSpPr>
          <a:xfrm>
            <a:off x="842411" y="4700498"/>
            <a:ext cx="671827" cy="749083"/>
            <a:chOff x="-635000" y="-635000"/>
            <a:chExt cx="671827" cy="749083"/>
          </a:xfrm>
        </p:grpSpPr>
        <p:sp>
          <p:nvSpPr>
            <p:cNvPr id="22" name="Text 1" descr="TEMP_Z_ORDER_7"/>
            <p:cNvSpPr/>
            <p:nvPr>
              <p:custDataLst>
                <p:tags r:id="rId23"/>
              </p:custDataLst>
            </p:nvPr>
          </p:nvSpPr>
          <p:spPr>
            <a:xfrm>
              <a:off x="-546006" y="-472873"/>
              <a:ext cx="493839" cy="4248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12"/>
                </a:lnSpc>
                <a:buNone/>
              </a:pPr>
              <a:r>
                <a:rPr lang="en-US" sz="2760" b="1">
                  <a:solidFill>
                    <a:srgbClr val="5A0767"/>
                  </a:solidFill>
                </a:rPr>
                <a:t>03</a:t>
              </a:r>
              <a:endParaRPr lang="en-US" sz="2760"/>
            </a:p>
          </p:txBody>
        </p:sp>
      </p:grpSp>
      <p:grpSp>
        <p:nvGrpSpPr>
          <p:cNvPr id="37" name="组合 36"/>
          <p:cNvGrpSpPr/>
          <p:nvPr>
            <p:custDataLst>
              <p:tags r:id="rId9"/>
            </p:custDataLst>
          </p:nvPr>
        </p:nvGrpSpPr>
        <p:grpSpPr>
          <a:xfrm>
            <a:off x="842411" y="1582380"/>
            <a:ext cx="3665061" cy="749083"/>
            <a:chOff x="-546006" y="-472874"/>
            <a:chExt cx="3576067" cy="424830"/>
          </a:xfrm>
        </p:grpSpPr>
        <p:sp>
          <p:nvSpPr>
            <p:cNvPr id="38" name="Text 2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-546006" y="-472874"/>
              <a:ext cx="493839" cy="4248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12"/>
                </a:lnSpc>
                <a:buNone/>
              </a:pPr>
              <a:r>
                <a:rPr lang="en-US" sz="2760" b="1">
                  <a:solidFill>
                    <a:srgbClr val="5A0767"/>
                  </a:solidFill>
                </a:rPr>
                <a:t>01</a:t>
              </a:r>
              <a:endParaRPr lang="en-US" sz="2760"/>
            </a:p>
          </p:txBody>
        </p:sp>
        <p:sp>
          <p:nvSpPr>
            <p:cNvPr id="39" name="Text 3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320163" y="-350426"/>
              <a:ext cx="2709898" cy="1769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POI分布区域</a:t>
              </a:r>
              <a:endParaRPr lang="en-US" sz="1920"/>
            </a:p>
          </p:txBody>
        </p:sp>
      </p:grpSp>
      <p:grpSp>
        <p:nvGrpSpPr>
          <p:cNvPr id="23" name="组合 22"/>
          <p:cNvGrpSpPr/>
          <p:nvPr>
            <p:custDataLst>
              <p:tags r:id="rId10"/>
            </p:custDataLst>
          </p:nvPr>
        </p:nvGrpSpPr>
        <p:grpSpPr>
          <a:xfrm>
            <a:off x="1799014" y="5331171"/>
            <a:ext cx="2707019" cy="554355"/>
            <a:chOff x="-635000" y="-635000"/>
            <a:chExt cx="2707019" cy="554355"/>
          </a:xfrm>
        </p:grpSpPr>
        <p:sp>
          <p:nvSpPr>
            <p:cNvPr id="24" name="Text 4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-635000" y="-635000"/>
              <a:ext cx="2707019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3E3E3E"/>
                  </a:solidFill>
                </a:rPr>
                <a:t>供给（文化）与需求（游览）空间不同步</a:t>
              </a:r>
              <a:endParaRPr lang="en-US" sz="1680"/>
            </a:p>
          </p:txBody>
        </p:sp>
      </p:grpSp>
      <p:sp>
        <p:nvSpPr>
          <p:cNvPr id="13" name="Text 5"/>
          <p:cNvSpPr/>
          <p:nvPr>
            <p:custDataLst>
              <p:tags r:id="rId11"/>
            </p:custDataLst>
          </p:nvPr>
        </p:nvSpPr>
        <p:spPr>
          <a:xfrm>
            <a:off x="487680" y="470678"/>
            <a:ext cx="11225784" cy="3906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4.2文旅 POI </a:t>
            </a:r>
            <a:r>
              <a:rPr lang="en-US" sz="2400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与非遗空间格局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12"/>
            </p:custDataLst>
          </p:nvPr>
        </p:nvGrpSpPr>
        <p:grpSpPr>
          <a:xfrm>
            <a:off x="1797574" y="4934990"/>
            <a:ext cx="2709898" cy="316944"/>
            <a:chOff x="-635000" y="-635000"/>
            <a:chExt cx="2709898" cy="316944"/>
          </a:xfrm>
        </p:grpSpPr>
        <p:sp>
          <p:nvSpPr>
            <p:cNvPr id="26" name="Text 6" descr="TEMP_Z_ORDER_12"/>
            <p:cNvSpPr/>
            <p:nvPr>
              <p:custDataLst>
                <p:tags r:id="rId19"/>
              </p:custDataLst>
            </p:nvPr>
          </p:nvSpPr>
          <p:spPr>
            <a:xfrm>
              <a:off x="-635000" y="-632554"/>
              <a:ext cx="2709898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空间错位结论</a:t>
              </a:r>
              <a:endParaRPr lang="en-US" sz="1920"/>
            </a:p>
          </p:txBody>
        </p:sp>
      </p:grpSp>
      <p:grpSp>
        <p:nvGrpSpPr>
          <p:cNvPr id="31" name="组合 30"/>
          <p:cNvGrpSpPr/>
          <p:nvPr>
            <p:custDataLst>
              <p:tags r:id="rId13"/>
            </p:custDataLst>
          </p:nvPr>
        </p:nvGrpSpPr>
        <p:grpSpPr>
          <a:xfrm>
            <a:off x="1797574" y="3365015"/>
            <a:ext cx="2709898" cy="316944"/>
            <a:chOff x="-635000" y="-635000"/>
            <a:chExt cx="2709898" cy="316944"/>
          </a:xfrm>
        </p:grpSpPr>
        <p:sp>
          <p:nvSpPr>
            <p:cNvPr id="32" name="Text 7" descr="TEMP_Z_ORDER_13"/>
            <p:cNvSpPr/>
            <p:nvPr>
              <p:custDataLst>
                <p:tags r:id="rId18"/>
              </p:custDataLst>
            </p:nvPr>
          </p:nvSpPr>
          <p:spPr>
            <a:xfrm>
              <a:off x="-635000" y="-632554"/>
              <a:ext cx="2709898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</a:rPr>
                <a:t>非遗分布区域</a:t>
              </a:r>
              <a:endParaRPr lang="en-US" sz="1920"/>
            </a:p>
          </p:txBody>
        </p:sp>
      </p:grpSp>
      <p:grpSp>
        <p:nvGrpSpPr>
          <p:cNvPr id="40" name="组合 39"/>
          <p:cNvGrpSpPr/>
          <p:nvPr>
            <p:custDataLst>
              <p:tags r:id="rId14"/>
            </p:custDataLst>
          </p:nvPr>
        </p:nvGrpSpPr>
        <p:grpSpPr>
          <a:xfrm>
            <a:off x="1799014" y="2193150"/>
            <a:ext cx="2707019" cy="277178"/>
            <a:chOff x="-635000" y="-635000"/>
            <a:chExt cx="2707019" cy="277178"/>
          </a:xfrm>
        </p:grpSpPr>
        <p:sp>
          <p:nvSpPr>
            <p:cNvPr id="41" name="Text 8" descr="TEMP_Z_ORDER_14"/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2707019" cy="2730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3E3E3E"/>
                  </a:solidFill>
                </a:rPr>
                <a:t>桂城—大沥—狮山</a:t>
              </a:r>
              <a:endParaRPr lang="en-US" sz="1680"/>
            </a:p>
          </p:txBody>
        </p:sp>
      </p:grpSp>
      <p:grpSp>
        <p:nvGrpSpPr>
          <p:cNvPr id="33" name="组合 32"/>
          <p:cNvGrpSpPr/>
          <p:nvPr>
            <p:custDataLst>
              <p:tags r:id="rId15"/>
            </p:custDataLst>
          </p:nvPr>
        </p:nvGrpSpPr>
        <p:grpSpPr>
          <a:xfrm>
            <a:off x="1799014" y="3761196"/>
            <a:ext cx="2707019" cy="277178"/>
            <a:chOff x="-635000" y="-635000"/>
            <a:chExt cx="2707019" cy="277178"/>
          </a:xfrm>
        </p:grpSpPr>
        <p:sp>
          <p:nvSpPr>
            <p:cNvPr id="34" name="Text 9" descr="TEMP_Z_ORDER_15"/>
            <p:cNvSpPr/>
            <p:nvPr>
              <p:custDataLst>
                <p:tags r:id="rId16"/>
              </p:custDataLst>
            </p:nvPr>
          </p:nvSpPr>
          <p:spPr>
            <a:xfrm>
              <a:off x="-635000" y="-635000"/>
              <a:ext cx="2707019" cy="2730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3E3E3E"/>
                  </a:solidFill>
                </a:rPr>
                <a:t>西樵—九江—丹灶</a:t>
              </a:r>
              <a:endParaRPr lang="en-US" sz="1680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18726DA-0AC6-0E42-5D01-92E7AAC4F387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19705" t="5555" r="3625" b="4445"/>
          <a:stretch>
            <a:fillRect/>
          </a:stretch>
        </p:blipFill>
        <p:spPr>
          <a:xfrm>
            <a:off x="4739221" y="3581400"/>
            <a:ext cx="3715554" cy="31242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791def7a-7ac9-4d36-9118-1a23e8159f76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791def7a-7ac9-4d36-9118-1a23e8159f76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20" name="组合 19"/>
          <p:cNvGrpSpPr/>
          <p:nvPr>
            <p:custDataLst>
              <p:tags r:id="rId3"/>
            </p:custDataLst>
          </p:nvPr>
        </p:nvGrpSpPr>
        <p:grpSpPr>
          <a:xfrm>
            <a:off x="609600" y="1371600"/>
            <a:ext cx="6309360" cy="5181600"/>
            <a:chOff x="-635000" y="-635000"/>
            <a:chExt cx="6309360" cy="5181600"/>
          </a:xfrm>
        </p:grpSpPr>
        <p:pic>
          <p:nvPicPr>
            <p:cNvPr id="21" name="Image 2" descr="TEMP_Z_ORDER_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09360" cy="5181600"/>
            </a:xfrm>
            <a:prstGeom prst="rect">
              <a:avLst/>
            </a:prstGeom>
          </p:spPr>
        </p:pic>
        <p:sp>
          <p:nvSpPr>
            <p:cNvPr id="22" name="Text 0" descr="TEMP_Z_ORDER_3"/>
            <p:cNvSpPr/>
            <p:nvPr>
              <p:custDataLst>
                <p:tags r:id="rId10"/>
              </p:custDataLst>
            </p:nvPr>
          </p:nvSpPr>
          <p:spPr>
            <a:xfrm>
              <a:off x="-391160" y="-391160"/>
              <a:ext cx="5830824" cy="38562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182"/>
                </a:lnSpc>
                <a:buNone/>
              </a:pPr>
              <a:r>
                <a:rPr lang="en-US" sz="204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核心发现</a:t>
              </a:r>
              <a:endParaRPr lang="en-US" sz="2040"/>
            </a:p>
          </p:txBody>
        </p:sp>
        <p:pic>
          <p:nvPicPr>
            <p:cNvPr id="23" name="Image 3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391160" y="477520"/>
              <a:ext cx="304800" cy="304800"/>
            </a:xfrm>
            <a:prstGeom prst="rect">
              <a:avLst/>
            </a:prstGeom>
          </p:spPr>
        </p:pic>
        <p:sp>
          <p:nvSpPr>
            <p:cNvPr id="24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292711" y="52324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</a:t>
              </a:r>
              <a:endParaRPr lang="en-US" sz="1440"/>
            </a:p>
          </p:txBody>
        </p:sp>
        <p:sp>
          <p:nvSpPr>
            <p:cNvPr id="25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35560" y="447040"/>
              <a:ext cx="5404104" cy="5574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谱系对齐：16 对强耦合以传承基地/馆园为主；9 对错位、14 项缺失 A、6 处缺失 B（上列 JSON 计数）。</a:t>
              </a:r>
              <a:endParaRPr lang="en-US" sz="1560"/>
            </a:p>
          </p:txBody>
        </p:sp>
        <p:pic>
          <p:nvPicPr>
            <p:cNvPr id="26" name="Image 4" descr="TEMP_Z_ORDER_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391160" y="1681480"/>
              <a:ext cx="304800" cy="304800"/>
            </a:xfrm>
            <a:prstGeom prst="rect">
              <a:avLst/>
            </a:prstGeom>
          </p:spPr>
        </p:pic>
        <p:sp>
          <p:nvSpPr>
            <p:cNvPr id="27" name="Text 3" descr="TEMP_Z_ORDER_8"/>
            <p:cNvSpPr/>
            <p:nvPr>
              <p:custDataLst>
                <p:tags r:id="rId15"/>
              </p:custDataLst>
            </p:nvPr>
          </p:nvSpPr>
          <p:spPr>
            <a:xfrm>
              <a:off x="-292711" y="172720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28" name="Text 4" descr="TEMP_Z_ORDER_9"/>
            <p:cNvSpPr/>
            <p:nvPr>
              <p:custDataLst>
                <p:tags r:id="rId16"/>
              </p:custDataLst>
            </p:nvPr>
          </p:nvSpPr>
          <p:spPr>
            <a:xfrm>
              <a:off x="35560" y="1681480"/>
              <a:ext cx="5404104" cy="5574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镇街差异：桂城协调度最高；</a:t>
              </a:r>
              <a:r>
                <a:rPr lang="en-US" sz="156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九江最低</a:t>
              </a: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（低度）；其余见 P11 D 表（同一 JSON 中 `coordination_by_town`）。</a:t>
              </a:r>
              <a:endParaRPr lang="en-US" sz="1560"/>
            </a:p>
          </p:txBody>
        </p:sp>
        <p:pic>
          <p:nvPicPr>
            <p:cNvPr id="29" name="Image 5" descr="TEMP_Z_ORDER_10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391160" y="3190240"/>
              <a:ext cx="304800" cy="304800"/>
            </a:xfrm>
            <a:prstGeom prst="rect">
              <a:avLst/>
            </a:prstGeom>
          </p:spPr>
        </p:pic>
        <p:sp>
          <p:nvSpPr>
            <p:cNvPr id="30" name="Text 5" descr="TEMP_Z_ORDER_11"/>
            <p:cNvSpPr/>
            <p:nvPr>
              <p:custDataLst>
                <p:tags r:id="rId18"/>
              </p:custDataLst>
            </p:nvPr>
          </p:nvSpPr>
          <p:spPr>
            <a:xfrm>
              <a:off x="-292711" y="3235960"/>
              <a:ext cx="117046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</a:t>
              </a:r>
              <a:endParaRPr lang="en-US" sz="1440"/>
            </a:p>
          </p:txBody>
        </p:sp>
        <p:sp>
          <p:nvSpPr>
            <p:cNvPr id="31" name="Text 6" descr="TEMP_Z_ORDER_12"/>
            <p:cNvSpPr/>
            <p:nvPr>
              <p:custDataLst>
                <p:tags r:id="rId19"/>
              </p:custDataLst>
            </p:nvPr>
          </p:nvSpPr>
          <p:spPr>
            <a:xfrm>
              <a:off x="35560" y="3190240"/>
              <a:ext cx="5404104" cy="8409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空间验证：POI 热区与非遗热区分离（P12）；九江非遗子集 5 项 vs POI</a:t>
              </a:r>
              <a:r>
                <a:rPr lang="en-US" sz="156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259</a:t>
              </a: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、占七镇合计</a:t>
              </a:r>
              <a:r>
                <a:rPr lang="en-US" sz="156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约 1.92%</a:t>
              </a: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（259/13512），文化和旅游倒挂典型。</a:t>
              </a:r>
              <a:endParaRPr lang="en-US" sz="1560"/>
            </a:p>
          </p:txBody>
        </p:sp>
      </p:grpSp>
      <p:grpSp>
        <p:nvGrpSpPr>
          <p:cNvPr id="32" name="组合 31"/>
          <p:cNvGrpSpPr/>
          <p:nvPr>
            <p:custDataLst>
              <p:tags r:id="rId4"/>
            </p:custDataLst>
          </p:nvPr>
        </p:nvGrpSpPr>
        <p:grpSpPr>
          <a:xfrm>
            <a:off x="7147561" y="1371600"/>
            <a:ext cx="4434840" cy="5181600"/>
            <a:chOff x="-635000" y="-635000"/>
            <a:chExt cx="4434840" cy="5181600"/>
          </a:xfrm>
        </p:grpSpPr>
        <p:pic>
          <p:nvPicPr>
            <p:cNvPr id="33" name="Image 6" descr="TEMP_Z_ORDER_1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34840" cy="5181600"/>
            </a:xfrm>
            <a:prstGeom prst="rect">
              <a:avLst/>
            </a:prstGeom>
          </p:spPr>
        </p:pic>
        <p:sp>
          <p:nvSpPr>
            <p:cNvPr id="34" name="Text 7" descr="TEMP_Z_ORDER_14"/>
            <p:cNvSpPr/>
            <p:nvPr>
              <p:custDataLst>
                <p:tags r:id="rId8"/>
              </p:custDataLst>
            </p:nvPr>
          </p:nvSpPr>
          <p:spPr>
            <a:xfrm>
              <a:off x="-391160" y="-391160"/>
              <a:ext cx="3956304" cy="36296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995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策略表</a:t>
              </a:r>
              <a:endParaRPr lang="en-US" sz="1920"/>
            </a:p>
          </p:txBody>
        </p:sp>
      </p:grpSp>
      <p:graphicFrame>
        <p:nvGraphicFramePr>
          <p:cNvPr id="19" name="Table 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7391400" y="2179320"/>
          <a:ext cx="3947160" cy="4145280"/>
        </p:xfrm>
        <a:graphic>
          <a:graphicData uri="http://schemas.openxmlformats.org/drawingml/2006/table">
            <a:tbl>
              <a:tblPr/>
              <a:tblGrid>
                <a:gridCol w="933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3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6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策略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要点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转化缺失A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洪拳、煎堆、鱼花等传习/展陈/体验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补足缺失B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千灯湖等定点非遗展演、叙事补全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片区联动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西樵书院课程；九江美食集群；古村连片线路</a:t>
                      </a:r>
                      <a:endParaRPr lang="en-US" sz="168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8"/>
          <p:cNvSpPr/>
          <p:nvPr>
            <p:custDataLst>
              <p:tags r:id="rId6"/>
            </p:custDataLst>
          </p:nvPr>
        </p:nvSpPr>
        <p:spPr>
          <a:xfrm>
            <a:off x="487680" y="470440"/>
            <a:ext cx="11225784" cy="3906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2"/>
              </a:lnSpc>
              <a:buNone/>
            </a:pPr>
            <a:r>
              <a:rPr 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4.3核心发现与优化建议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TEMP_Z_ORDER_8">
            <a:extLst>
              <a:ext uri="{FF2B5EF4-FFF2-40B4-BE49-F238E27FC236}">
                <a16:creationId xmlns:a16="http://schemas.microsoft.com/office/drawing/2014/main" id="{48A6875F-554D-80B3-255E-130C068A92F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878484" y="2151969"/>
            <a:ext cx="15240" cy="4023360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6" name="Text 0" descr="TEMP_Z_ORDER_3"/>
          <p:cNvSpPr/>
          <p:nvPr>
            <p:custDataLst>
              <p:tags r:id="rId4"/>
            </p:custDataLst>
          </p:nvPr>
        </p:nvSpPr>
        <p:spPr>
          <a:xfrm>
            <a:off x="694944" y="1206303"/>
            <a:ext cx="859409" cy="2982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2"/>
              </a:lnSpc>
              <a:buNone/>
            </a:pPr>
            <a:r>
              <a:rPr lang="en-US" sz="1680">
                <a:solidFill>
                  <a:srgbClr val="64748B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任务计划</a:t>
            </a:r>
            <a:endParaRPr lang="en-US" sz="1680"/>
          </a:p>
        </p:txBody>
      </p:sp>
      <p:sp>
        <p:nvSpPr>
          <p:cNvPr id="27" name="Text 1" descr="TEMP_Z_ORDER_4"/>
          <p:cNvSpPr/>
          <p:nvPr>
            <p:custDataLst>
              <p:tags r:id="rId5"/>
            </p:custDataLst>
          </p:nvPr>
        </p:nvSpPr>
        <p:spPr>
          <a:xfrm>
            <a:off x="4764596" y="1740489"/>
            <a:ext cx="7183564" cy="2383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15"/>
              </a:lnSpc>
              <a:buNone/>
            </a:pPr>
            <a:r>
              <a:rPr lang="en-US" sz="1440" dirty="0">
                <a:solidFill>
                  <a:srgbClr val="64748B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4月上旬             4月中旬           4月下旬              5月上旬          5月中旬      5</a:t>
            </a:r>
            <a:r>
              <a:rPr lang="zh-CN" altLang="en-US" sz="1440" dirty="0">
                <a:solidFill>
                  <a:srgbClr val="64748B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月下旬</a:t>
            </a:r>
            <a:endParaRPr lang="en-US" sz="1440" dirty="0"/>
          </a:p>
        </p:txBody>
      </p:sp>
      <p:pic>
        <p:nvPicPr>
          <p:cNvPr id="28" name="Image 3" descr="TEMP_Z_ORDER_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974957" y="2151969"/>
            <a:ext cx="15240" cy="4023360"/>
          </a:xfrm>
          <a:prstGeom prst="rect">
            <a:avLst/>
          </a:prstGeom>
        </p:spPr>
      </p:pic>
      <p:pic>
        <p:nvPicPr>
          <p:cNvPr id="29" name="Image 4" descr="TEMP_Z_ORDER_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03910" y="2151969"/>
            <a:ext cx="15240" cy="4023360"/>
          </a:xfrm>
          <a:prstGeom prst="rect">
            <a:avLst/>
          </a:prstGeom>
        </p:spPr>
      </p:pic>
      <p:pic>
        <p:nvPicPr>
          <p:cNvPr id="30" name="Image 5" descr="TEMP_Z_ORDER_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32864" y="2151969"/>
            <a:ext cx="15240" cy="4023360"/>
          </a:xfrm>
          <a:prstGeom prst="rect">
            <a:avLst/>
          </a:prstGeom>
        </p:spPr>
      </p:pic>
      <p:pic>
        <p:nvPicPr>
          <p:cNvPr id="31" name="Image 6" descr="TEMP_Z_ORDER_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661818" y="2151969"/>
            <a:ext cx="15240" cy="4023360"/>
          </a:xfrm>
          <a:prstGeom prst="rect">
            <a:avLst/>
          </a:prstGeom>
        </p:spPr>
      </p:pic>
      <p:sp>
        <p:nvSpPr>
          <p:cNvPr id="32" name="Text 2" descr="TEMP_Z_ORDER_9"/>
          <p:cNvSpPr/>
          <p:nvPr>
            <p:custDataLst>
              <p:tags r:id="rId10"/>
            </p:custDataLst>
          </p:nvPr>
        </p:nvSpPr>
        <p:spPr>
          <a:xfrm>
            <a:off x="694944" y="1587303"/>
            <a:ext cx="3864864" cy="2742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en-US" sz="1560" dirty="0" err="1">
                <a:solidFill>
                  <a:srgbClr val="5A076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知识图谱深化</a:t>
            </a:r>
            <a:endParaRPr lang="en-US" sz="1560" dirty="0"/>
          </a:p>
        </p:txBody>
      </p:sp>
      <p:sp>
        <p:nvSpPr>
          <p:cNvPr id="33" name="Text 3" descr="TEMP_Z_ORDER_10"/>
          <p:cNvSpPr/>
          <p:nvPr>
            <p:custDataLst>
              <p:tags r:id="rId11"/>
            </p:custDataLst>
          </p:nvPr>
        </p:nvSpPr>
        <p:spPr>
          <a:xfrm>
            <a:off x="694944" y="1953063"/>
            <a:ext cx="3864864" cy="724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将进一步进行图谱的补全与子图分析，利用图算法挖掘更多隐藏的文旅关联路径，为方案设计提供更深层次的洞察，预期产出关联发现报告</a:t>
            </a:r>
            <a:r>
              <a:rPr lang="en-US" sz="1200" dirty="0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</a:t>
            </a:r>
            <a:endParaRPr lang="en-US" sz="1200" dirty="0"/>
          </a:p>
        </p:txBody>
      </p:sp>
      <p:sp>
        <p:nvSpPr>
          <p:cNvPr id="34" name="Text 4" descr="TEMP_Z_ORDER_11"/>
          <p:cNvSpPr/>
          <p:nvPr>
            <p:custDataLst>
              <p:tags r:id="rId12"/>
            </p:custDataLst>
          </p:nvPr>
        </p:nvSpPr>
        <p:spPr>
          <a:xfrm>
            <a:off x="694944" y="2593143"/>
            <a:ext cx="3864864" cy="2742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en-US" sz="1560">
                <a:solidFill>
                  <a:srgbClr val="5A076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文旅融合提升方案设计</a:t>
            </a:r>
            <a:endParaRPr lang="en-US" sz="1560"/>
          </a:p>
        </p:txBody>
      </p:sp>
      <p:sp>
        <p:nvSpPr>
          <p:cNvPr id="35" name="Text 5" descr="TEMP_Z_ORDER_12"/>
          <p:cNvSpPr/>
          <p:nvPr>
            <p:custDataLst>
              <p:tags r:id="rId13"/>
            </p:custDataLst>
          </p:nvPr>
        </p:nvSpPr>
        <p:spPr>
          <a:xfrm>
            <a:off x="694944" y="2958903"/>
            <a:ext cx="3864864" cy="724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基于耦合分析和图谱发现的核心问题（如空间错位、文化缺失等</a:t>
            </a:r>
            <a:r>
              <a:rPr lang="en-US" sz="1200" dirty="0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），针对性地设计2-3个具体的、可落地的文旅融合提升方案。</a:t>
            </a:r>
            <a:endParaRPr lang="en-US" sz="1200" dirty="0"/>
          </a:p>
        </p:txBody>
      </p:sp>
      <p:sp>
        <p:nvSpPr>
          <p:cNvPr id="36" name="Text 6" descr="TEMP_Z_ORDER_13"/>
          <p:cNvSpPr/>
          <p:nvPr>
            <p:custDataLst>
              <p:tags r:id="rId14"/>
            </p:custDataLst>
          </p:nvPr>
        </p:nvSpPr>
        <p:spPr>
          <a:xfrm>
            <a:off x="975360" y="3976854"/>
            <a:ext cx="3864864" cy="2742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en-US" sz="1560">
                <a:solidFill>
                  <a:srgbClr val="5A076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论文撰写</a:t>
            </a:r>
            <a:endParaRPr lang="en-US" sz="1560"/>
          </a:p>
        </p:txBody>
      </p:sp>
      <p:sp>
        <p:nvSpPr>
          <p:cNvPr id="37" name="Text 7" descr="TEMP_Z_ORDER_14"/>
          <p:cNvSpPr/>
          <p:nvPr>
            <p:custDataLst>
              <p:tags r:id="rId15"/>
            </p:custDataLst>
          </p:nvPr>
        </p:nvSpPr>
        <p:spPr>
          <a:xfrm>
            <a:off x="694944" y="3964743"/>
            <a:ext cx="3864864" cy="466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系统整合所有研究过程、数据、方法、分析结果与结论，完成毕业论文的撰写，并精心制作所有图表</a:t>
            </a:r>
            <a:r>
              <a:rPr lang="en-US" sz="1200" dirty="0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</a:t>
            </a:r>
            <a:endParaRPr lang="en-US" sz="1200" dirty="0"/>
          </a:p>
        </p:txBody>
      </p:sp>
      <p:sp>
        <p:nvSpPr>
          <p:cNvPr id="38" name="Text 8" descr="TEMP_Z_ORDER_15"/>
          <p:cNvSpPr/>
          <p:nvPr>
            <p:custDataLst>
              <p:tags r:id="rId16"/>
            </p:custDataLst>
          </p:nvPr>
        </p:nvSpPr>
        <p:spPr>
          <a:xfrm>
            <a:off x="694944" y="4604823"/>
            <a:ext cx="3864864" cy="2742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en-US" sz="1560" dirty="0" err="1">
                <a:solidFill>
                  <a:srgbClr val="5A076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答辩准备</a:t>
            </a:r>
            <a:endParaRPr lang="en-US" sz="1560" dirty="0"/>
          </a:p>
        </p:txBody>
      </p:sp>
      <p:sp>
        <p:nvSpPr>
          <p:cNvPr id="39" name="Text 9" descr="TEMP_Z_ORDER_16"/>
          <p:cNvSpPr/>
          <p:nvPr>
            <p:custDataLst>
              <p:tags r:id="rId17"/>
            </p:custDataLst>
          </p:nvPr>
        </p:nvSpPr>
        <p:spPr>
          <a:xfrm>
            <a:off x="694944" y="4970583"/>
            <a:ext cx="3864864" cy="466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完成论文的查重、修改与最终定稿，并在此基础上制作答辩PPT，为最终的学术汇报做好全面准备</a:t>
            </a:r>
            <a:r>
              <a:rPr lang="en-US" sz="1200" dirty="0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</a:t>
            </a:r>
            <a:endParaRPr lang="en-US" sz="1200" dirty="0"/>
          </a:p>
        </p:txBody>
      </p:sp>
      <p:pic>
        <p:nvPicPr>
          <p:cNvPr id="40" name="Image 7" descr="TEMP_Z_ORDER_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764596" y="2532969"/>
            <a:ext cx="1234440" cy="243840"/>
          </a:xfrm>
          <a:prstGeom prst="rect">
            <a:avLst/>
          </a:prstGeom>
        </p:spPr>
      </p:pic>
      <p:pic>
        <p:nvPicPr>
          <p:cNvPr id="41" name="Image 8" descr="TEMP_Z_ORDER_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959316" y="3429000"/>
            <a:ext cx="1234440" cy="243840"/>
          </a:xfrm>
          <a:prstGeom prst="rect">
            <a:avLst/>
          </a:prstGeom>
        </p:spPr>
      </p:pic>
      <p:pic>
        <p:nvPicPr>
          <p:cNvPr id="42" name="Image 9" descr="TEMP_Z_ORDER_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221673" y="4351005"/>
            <a:ext cx="2468880" cy="243840"/>
          </a:xfrm>
          <a:prstGeom prst="rect">
            <a:avLst/>
          </a:prstGeom>
        </p:spPr>
      </p:pic>
      <p:pic>
        <p:nvPicPr>
          <p:cNvPr id="43" name="Image 10" descr="TEMP_Z_ORDER_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669438" y="5141247"/>
            <a:ext cx="1234440" cy="243840"/>
          </a:xfrm>
          <a:prstGeom prst="rect">
            <a:avLst/>
          </a:prstGeom>
        </p:spPr>
      </p:pic>
      <p:sp>
        <p:nvSpPr>
          <p:cNvPr id="23" name="Text 10"/>
          <p:cNvSpPr/>
          <p:nvPr>
            <p:custDataLst>
              <p:tags r:id="rId22"/>
            </p:custDataLst>
          </p:nvPr>
        </p:nvSpPr>
        <p:spPr>
          <a:xfrm>
            <a:off x="487680" y="411675"/>
            <a:ext cx="1667123" cy="36933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4.4后续计划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Image 10" descr="TEMP_Z_ORDER_20">
            <a:extLst>
              <a:ext uri="{FF2B5EF4-FFF2-40B4-BE49-F238E27FC236}">
                <a16:creationId xmlns:a16="http://schemas.microsoft.com/office/drawing/2014/main" id="{6420AA93-238D-FBC3-DC4E-C9148949963E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864989" y="5931489"/>
            <a:ext cx="1234440" cy="243840"/>
          </a:xfrm>
          <a:prstGeom prst="rect">
            <a:avLst/>
          </a:prstGeom>
        </p:spPr>
      </p:pic>
      <p:sp>
        <p:nvSpPr>
          <p:cNvPr id="6" name="Text 8" descr="TEMP_Z_ORDER_15">
            <a:extLst>
              <a:ext uri="{FF2B5EF4-FFF2-40B4-BE49-F238E27FC236}">
                <a16:creationId xmlns:a16="http://schemas.microsoft.com/office/drawing/2014/main" id="{1BEF9FD9-577C-D3B8-D3E7-C9BDB606E13C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694944" y="5657193"/>
            <a:ext cx="3864864" cy="2633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zh-CN" altLang="en-US" sz="1560" dirty="0">
                <a:solidFill>
                  <a:srgbClr val="5A0767"/>
                </a:solidFill>
                <a:latin typeface="思源黑体 CN" pitchFamily="34" charset="0"/>
                <a:ea typeface="思源黑体 CN" pitchFamily="34" charset="-122"/>
              </a:rPr>
              <a:t>提交论文</a:t>
            </a:r>
            <a:endParaRPr lang="en-US" sz="1560" dirty="0"/>
          </a:p>
        </p:txBody>
      </p:sp>
      <p:sp>
        <p:nvSpPr>
          <p:cNvPr id="7" name="Text 9" descr="TEMP_Z_ORDER_16">
            <a:extLst>
              <a:ext uri="{FF2B5EF4-FFF2-40B4-BE49-F238E27FC236}">
                <a16:creationId xmlns:a16="http://schemas.microsoft.com/office/drawing/2014/main" id="{F3380073-A286-F22F-BF04-F0B16C3CF0EF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694944" y="6022953"/>
            <a:ext cx="3864864" cy="22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zh-CN" altLang="en-US" sz="1200" dirty="0">
                <a:solidFill>
                  <a:srgbClr val="475569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提交最终的论文版本以及完成答辩。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599226" y="1736369"/>
            <a:ext cx="10993549" cy="1903303"/>
            <a:chOff x="-635000" y="-635000"/>
            <a:chExt cx="10993549" cy="1903303"/>
          </a:xfrm>
        </p:grpSpPr>
        <p:pic>
          <p:nvPicPr>
            <p:cNvPr id="9" name="Image 0" descr="TEMP_Z_ORDER_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0993549" cy="1903302"/>
            </a:xfrm>
            <a:prstGeom prst="rect">
              <a:avLst/>
            </a:prstGeom>
          </p:spPr>
        </p:pic>
        <p:pic>
          <p:nvPicPr>
            <p:cNvPr id="10" name="Image 1" descr="TEMP_Z_ORDER_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4999" y="-634998"/>
              <a:ext cx="821803" cy="867934"/>
            </a:xfrm>
            <a:prstGeom prst="rect">
              <a:avLst/>
            </a:prstGeom>
          </p:spPr>
        </p:pic>
        <p:pic>
          <p:nvPicPr>
            <p:cNvPr id="11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8927552" y="1057631"/>
              <a:ext cx="1430995" cy="210672"/>
            </a:xfrm>
            <a:prstGeom prst="rect">
              <a:avLst/>
            </a:prstGeom>
          </p:spPr>
        </p:pic>
      </p:grpSp>
      <p:pic>
        <p:nvPicPr>
          <p:cNvPr id="5" name="Image 3" descr="https://test.web.static.jianzeppt.com/ppt-temp-img3/f195b616ed7c7b6b9b0af244b7089685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073617" y="399619"/>
            <a:ext cx="2519157" cy="991862"/>
          </a:xfrm>
          <a:prstGeom prst="rect">
            <a:avLst/>
          </a:prstGeom>
        </p:spPr>
      </p:pic>
      <p:sp>
        <p:nvSpPr>
          <p:cNvPr id="6" name="Text 0"/>
          <p:cNvSpPr/>
          <p:nvPr>
            <p:custDataLst>
              <p:tags r:id="rId3"/>
            </p:custDataLst>
          </p:nvPr>
        </p:nvSpPr>
        <p:spPr>
          <a:xfrm>
            <a:off x="1045853" y="3581400"/>
            <a:ext cx="10109438" cy="5170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80" dirty="0">
                <a:solidFill>
                  <a:srgbClr val="660874"/>
                </a:solidFill>
              </a:rPr>
              <a:t>
</a:t>
            </a:r>
            <a:r>
              <a:rPr lang="en-US" sz="1680" dirty="0" err="1">
                <a:solidFill>
                  <a:srgbClr val="660874"/>
                </a:solidFill>
              </a:rPr>
              <a:t>欢迎提问与交流</a:t>
            </a:r>
            <a:endParaRPr lang="en-US" sz="1680" dirty="0"/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045853" y="2197037"/>
            <a:ext cx="5539978" cy="830997"/>
            <a:chOff x="-635000" y="-635000"/>
            <a:chExt cx="5539978" cy="830997"/>
          </a:xfrm>
        </p:grpSpPr>
        <p:sp>
          <p:nvSpPr>
            <p:cNvPr id="13" name="Text 1" descr="TEMP_Z_ORDER_5"/>
            <p:cNvSpPr/>
            <p:nvPr>
              <p:custDataLst>
                <p:tags r:id="rId5"/>
              </p:custDataLst>
            </p:nvPr>
          </p:nvSpPr>
          <p:spPr>
            <a:xfrm>
              <a:off x="-635000" y="-635000"/>
              <a:ext cx="5539978" cy="8309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5400" b="1" dirty="0" err="1">
                  <a:solidFill>
                    <a:srgbClr val="660874"/>
                  </a:solidFill>
                </a:rPr>
                <a:t>感谢各位老师指导</a:t>
              </a:r>
              <a:endParaRPr lang="en-US" sz="5400" b="1" dirty="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4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5.05.31"/>
  <p:tag name="AS_TITLE" val="Aspose.Slides for Java"/>
  <p:tag name="AS_VERSION" val="2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5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8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5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6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8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9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8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7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8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5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6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7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8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9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4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8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7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6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7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8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9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3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4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5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6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8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3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9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6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3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4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6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7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8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8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9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3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5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7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6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7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4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6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3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5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9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7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4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5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6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7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8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9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4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5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9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7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8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5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9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9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3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4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7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8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7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8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3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9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9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9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4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5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7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8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3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4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3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2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9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9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0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1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6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1253</Words>
  <Application>Microsoft Office PowerPoint</Application>
  <PresentationFormat>宽屏</PresentationFormat>
  <Paragraphs>298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思源黑体 CN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帅 孟</cp:lastModifiedBy>
  <cp:revision>54</cp:revision>
  <cp:lastPrinted>2026-03-30T17:23:28Z</cp:lastPrinted>
  <dcterms:created xsi:type="dcterms:W3CDTF">2026-03-30T09:23:28Z</dcterms:created>
  <dcterms:modified xsi:type="dcterms:W3CDTF">2026-03-31T04:14:18Z</dcterms:modified>
</cp:coreProperties>
</file>