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4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89" r:id="rId2"/>
    <p:sldId id="292" r:id="rId3"/>
    <p:sldId id="295" r:id="rId4"/>
    <p:sldId id="29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B691FD-C0A5-471A-8868-FCDA83FE4C83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D081CC-65C5-4300-B908-D7BDD051B3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336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slide" Target="../slides/slide1.xml"/><Relationship Id="rId4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slide" Target="../slides/slide2.xml"/><Relationship Id="rId4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slide" Target="../slides/slide3.xml"/><Relationship Id="rId4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slide" Target="../slides/slide4.xml"/><Relationship Id="rId4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8FC62A-618B-5548-BE2D-7F00275EA2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3036A1-A47A-9001-94E9-E359A25E4E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EE18F1-98C0-E789-4F38-977B4B4DB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CD108-A244-47A1-812A-3993BB25A90A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981517-17A6-714D-C9FA-8567ACF1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21C787-23FE-0211-29CD-63779FD19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B9E00-A4E1-45C4-A258-24548B2903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27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0709E5-EA3D-7D4B-83FC-478592091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2A68DC-E84C-E04E-15EE-003BF822D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722250-B89C-6C19-0AB3-FE16B1952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CD108-A244-47A1-812A-3993BB25A90A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00460B-79BD-39F8-BA1E-72C02CC21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881311-1FFD-E1E0-8245-AACD7A3A8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B9E00-A4E1-45C4-A258-24548B2903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436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62C6EC-CC4E-33B9-32A3-A83273E83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B76615-2760-9032-FF28-03E459EEF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4A5776-7CCF-E98A-5DAD-C671A526F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CD108-A244-47A1-812A-3993BB25A90A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D39802-FA35-4C09-7620-76DAB9A63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3395B9-9F2E-9113-9302-A55045214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B9E00-A4E1-45C4-A258-24548B2903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059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87E1DA-7230-DDA4-B89C-1E64BF0E1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17A933-67DA-4A9A-51F0-DE33364A04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7F24C9-838D-FF02-B2F1-F6FDEE8CF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570F75-0F12-B016-4B71-836B03BFF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CD108-A244-47A1-812A-3993BB25A90A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7DFB77-6C92-1147-73CD-2E79EA7D1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0DB233-D192-5440-9CBC-86E64CD0B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B9E00-A4E1-45C4-A258-24548B2903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398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2250F3-E6B5-905C-E63B-3170A82D7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6A607E-F219-B320-1215-029E87A42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A7ECCF-F982-068A-AA05-BC40D8FAE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B5B038F-D585-0111-D6A5-52BE40E4FB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29FEC2D-881B-E401-B78A-01CE4583E7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73C1EE6-0247-DE48-294D-E3B4EDB51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CD108-A244-47A1-812A-3993BB25A90A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CA271F0-E93F-7F7B-3B25-B4ECB0757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2EA4F0E-EE49-32B2-7443-687198DCE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B9E00-A4E1-45C4-A258-24548B2903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313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EEF780-B7ED-5F87-A58D-4D675DC3F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44D350D-6926-D345-2C55-3C544F358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CD108-A244-47A1-812A-3993BB25A90A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FFC903A-EF12-20E4-AA81-5ACD88908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A7D5913-3373-BF50-275B-CB7926A7F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B9E00-A4E1-45C4-A258-24548B2903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943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1D0E83F-B922-EC71-9A83-D164EE814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CD108-A244-47A1-812A-3993BB25A90A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7016B2C-E0DF-5C25-9E96-ABB02B81E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A2BBFE-8C56-A263-D5B5-206D7693D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B9E00-A4E1-45C4-A258-24548B2903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687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E9182E-A9B5-47CE-2204-EEA8BD027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CE86D9-BC9F-8AE6-11FF-D4AF0B7F0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4238AA-EFC6-EFAF-34E6-792C541A4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A1D637-A782-9DBF-090B-7E0461EB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CD108-A244-47A1-812A-3993BB25A90A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46653F-70B7-F15E-06A8-5BD876C80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AC3A53-92C9-6A3B-14E3-1D93ED09D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B9E00-A4E1-45C4-A258-24548B2903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2633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17CF40-3528-42E4-CCA3-C87E7F503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89FD68F-C333-1FCF-CF0B-9FD36AE05B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280948-E954-DEBF-DE25-885587BA3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4F32E2-42DC-7614-2797-4AF061978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CD108-A244-47A1-812A-3993BB25A90A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C333EF-87F0-75B0-4F41-9BDB6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6B454A-16B2-A2DD-14B5-3944F0D52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B9E00-A4E1-45C4-A258-24548B2903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128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F49880-886A-EB8A-2C48-042CF3C2D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172458D-1649-42D1-7EE3-484D26F4B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5F2053-6F9B-CAC9-6769-08345E23E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CD108-A244-47A1-812A-3993BB25A90A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98E928-0FEC-3F04-DEB2-0B3B2F721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16C3A6-51A2-0251-5236-0E012B8C6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B9E00-A4E1-45C4-A258-24548B2903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1317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83BF62-229A-0E03-E24C-36C0EF91C5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6EE444-8003-6981-4EE9-8E8AAC7AA2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19ABB6-5D55-83CB-A732-35D798A9C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CD108-A244-47A1-812A-3993BB25A90A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B74E1C-713C-E477-A0ED-CBB498337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43ABD1-54A6-C5E1-DB8B-4A0AF4B02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B9E00-A4E1-45C4-A258-24548B2903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35319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104389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84357C3-1DA8-40F8-6054-3FF6D2ECB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6533E0-5D05-0995-B051-C88F737E5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122B2C-8104-DC2A-8513-3486CFA28E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ECD108-A244-47A1-812A-3993BB25A90A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E40633-2793-374C-6946-B003A947C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661A9B-6668-0BA3-7073-E1FD957A78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B9E00-A4E1-45C4-A258-24548B2903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479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44fd407f-6289-4c0d-9da8-5615dc49cf12_image_024f533a16df894d6710d6aaad9f47c2_14123563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44fd407f-6289-4c0d-9da8-5615dc49cf12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44fd407f-6289-4c0d-9da8-5615dc49cf12_image_024f533a16df894d6710d6aaad9f47c2_14123563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44fd407f-6289-4c0d-9da8-5615dc49cf12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44fd407f-6289-4c0d-9da8-5615dc49cf12_image_024f533a16df894d6710d6aaad9f47c2_14123563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44fd407f-6289-4c0d-9da8-5615dc49cf12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.jianzeppt.com/editablePptPic/isIllustration_2_isShadow_0/44fd407f-6289-4c0d-9da8-5615dc49cf12_image_024f533a16df894d6710d6aaad9f47c2_14123563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44fd407f-6289-4c0d-9da8-5615dc49cf12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1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1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1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1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1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1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2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宽屏</PresentationFormat>
  <Paragraphs>4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2026-03-30T11:26:25Z</dcterms:created>
  <dcterms:modified xsi:type="dcterms:W3CDTF">2026-03-30T11:27:03Z</dcterms:modified>
</cp:coreProperties>
</file>